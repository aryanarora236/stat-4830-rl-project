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Mulish"/>
      <p:regular r:id="rId19"/>
      <p:bold r:id="rId20"/>
      <p:italic r:id="rId21"/>
      <p:boldItalic r:id="rId22"/>
    </p:embeddedFont>
    <p:embeddedFont>
      <p:font typeface="Poppins"/>
      <p:regular r:id="rId23"/>
      <p:bold r:id="rId24"/>
      <p:italic r:id="rId25"/>
      <p:boldItalic r:id="rId26"/>
    </p:embeddedFont>
    <p:embeddedFont>
      <p:font typeface="Bebas Neue"/>
      <p:regular r:id="rId27"/>
    </p:embeddedFont>
    <p:embeddedFont>
      <p:font typeface="Mulish SemiBold"/>
      <p:regular r:id="rId28"/>
      <p:bold r:id="rId29"/>
      <p:italic r:id="rId30"/>
      <p:boldItalic r:id="rId31"/>
    </p:embeddedFont>
    <p:embeddedFont>
      <p:font typeface="Poppins SemiBold"/>
      <p:regular r:id="rId32"/>
      <p:bold r:id="rId33"/>
      <p:italic r:id="rId34"/>
      <p:boldItalic r:id="rId35"/>
    </p:embeddedFont>
    <p:embeddedFont>
      <p:font typeface="Mulish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ulish-bold.fntdata"/><Relationship Id="rId22" Type="http://schemas.openxmlformats.org/officeDocument/2006/relationships/font" Target="fonts/Mulish-boldItalic.fntdata"/><Relationship Id="rId21" Type="http://schemas.openxmlformats.org/officeDocument/2006/relationships/font" Target="fonts/Mulish-italic.fntdata"/><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MulishSemiBold-regular.fntdata"/><Relationship Id="rId27" Type="http://schemas.openxmlformats.org/officeDocument/2006/relationships/font" Target="fonts/BebasNeu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ulish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ulishSemiBold-boldItalic.fntdata"/><Relationship Id="rId30" Type="http://schemas.openxmlformats.org/officeDocument/2006/relationships/font" Target="fonts/MulishSemiBold-italic.fntdata"/><Relationship Id="rId11" Type="http://schemas.openxmlformats.org/officeDocument/2006/relationships/slide" Target="slides/slide7.xml"/><Relationship Id="rId33" Type="http://schemas.openxmlformats.org/officeDocument/2006/relationships/font" Target="fonts/PoppinsSemiBold-bold.fntdata"/><Relationship Id="rId10" Type="http://schemas.openxmlformats.org/officeDocument/2006/relationships/slide" Target="slides/slide6.xml"/><Relationship Id="rId32" Type="http://schemas.openxmlformats.org/officeDocument/2006/relationships/font" Target="fonts/PoppinsSemiBold-regular.fntdata"/><Relationship Id="rId13" Type="http://schemas.openxmlformats.org/officeDocument/2006/relationships/slide" Target="slides/slide9.xml"/><Relationship Id="rId35" Type="http://schemas.openxmlformats.org/officeDocument/2006/relationships/font" Target="fonts/PoppinsSemiBold-boldItalic.fntdata"/><Relationship Id="rId12" Type="http://schemas.openxmlformats.org/officeDocument/2006/relationships/slide" Target="slides/slide8.xml"/><Relationship Id="rId34" Type="http://schemas.openxmlformats.org/officeDocument/2006/relationships/font" Target="fonts/PoppinsSemiBold-italic.fntdata"/><Relationship Id="rId15" Type="http://schemas.openxmlformats.org/officeDocument/2006/relationships/slide" Target="slides/slide11.xml"/><Relationship Id="rId37" Type="http://schemas.openxmlformats.org/officeDocument/2006/relationships/font" Target="fonts/MulishMedium-bold.fntdata"/><Relationship Id="rId14" Type="http://schemas.openxmlformats.org/officeDocument/2006/relationships/slide" Target="slides/slide10.xml"/><Relationship Id="rId36" Type="http://schemas.openxmlformats.org/officeDocument/2006/relationships/font" Target="fonts/MulishMedium-regular.fntdata"/><Relationship Id="rId17" Type="http://schemas.openxmlformats.org/officeDocument/2006/relationships/slide" Target="slides/slide13.xml"/><Relationship Id="rId39" Type="http://schemas.openxmlformats.org/officeDocument/2006/relationships/font" Target="fonts/MulishMedium-boldItalic.fntdata"/><Relationship Id="rId16" Type="http://schemas.openxmlformats.org/officeDocument/2006/relationships/slide" Target="slides/slide12.xml"/><Relationship Id="rId38" Type="http://schemas.openxmlformats.org/officeDocument/2006/relationships/font" Target="fonts/MulishMedium-italic.fntdata"/><Relationship Id="rId19" Type="http://schemas.openxmlformats.org/officeDocument/2006/relationships/font" Target="fonts/Mulish-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12226cf1a2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12226cf1a2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11bd0bdeee2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11bd0bdeee2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the core problem we're tackling is that LLMs really struggle when you give them a lot of context to work with. The attention mechanism basically gets spread too thin across all these irrelevant tokens, and the model loses track of what actually matters.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And the technical issue is that all this extra context isn't just unhelpful it actually hurts. It wastes compute, makes the model more likely to hallucinate, and the biggest thing is that these models have no way to go back</a:t>
            </a:r>
            <a:endParaRPr>
              <a:solidFill>
                <a:schemeClr val="dk1"/>
              </a:solidFill>
            </a:endParaRPr>
          </a:p>
          <a:p>
            <a:pPr indent="0" lvl="0" marL="0" rtl="0" algn="l">
              <a:spcBef>
                <a:spcPts val="0"/>
              </a:spcBef>
              <a:spcAft>
                <a:spcPts val="0"/>
              </a:spcAft>
              <a:buNone/>
            </a:pPr>
            <a:r>
              <a:rPr lang="en">
                <a:solidFill>
                  <a:schemeClr val="dk1"/>
                </a:solidFill>
              </a:rPr>
              <a:t>and look at the data again.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So the core challenge is really this mismatch: tasks like log parsing or 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aggregation naturally require you to interact with the data in multiple steps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 but a standard LLM just reads everything once and gives you an answer. There's no external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memory, no ability to run code against the data. And that's exactly what our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project tries to fix - we give the model a Python REPL so it can actually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write code to interact with the data iteratively, instead of trying to do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everything in its head in one pass.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125bb86c565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125bb86c565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core idea is to avoid forcing the model to attend to the entire long context at once.</a:t>
            </a:r>
            <a:endParaRPr/>
          </a:p>
          <a:p>
            <a:pPr indent="0" lvl="0" marL="0" rtl="0" algn="l">
              <a:lnSpc>
                <a:spcPct val="115000"/>
              </a:lnSpc>
              <a:spcBef>
                <a:spcPts val="1200"/>
              </a:spcBef>
              <a:spcAft>
                <a:spcPts val="0"/>
              </a:spcAft>
              <a:buClr>
                <a:schemeClr val="dk1"/>
              </a:buClr>
              <a:buSzPts val="1100"/>
              <a:buFont typeface="Arial"/>
              <a:buNone/>
            </a:pPr>
            <a:r>
              <a:rPr lang="en"/>
              <a:t>First, we store the long context externally in a Python environment. This means the model does not need to process thousands of tokens in a single forward pass.</a:t>
            </a:r>
            <a:endParaRPr/>
          </a:p>
          <a:p>
            <a:pPr indent="0" lvl="0" marL="0" rtl="0" algn="l">
              <a:lnSpc>
                <a:spcPct val="115000"/>
              </a:lnSpc>
              <a:spcBef>
                <a:spcPts val="1200"/>
              </a:spcBef>
              <a:spcAft>
                <a:spcPts val="0"/>
              </a:spcAft>
              <a:buClr>
                <a:schemeClr val="dk1"/>
              </a:buClr>
              <a:buSzPts val="1100"/>
              <a:buFont typeface="Arial"/>
              <a:buNone/>
            </a:pPr>
            <a:r>
              <a:rPr lang="en"/>
              <a:t>Second, instead of directly generating the final answer, the model generates Python code. That code runs in a sandboxed REPL, and the output becomes part of the next state. This enables multi-step reasoning.</a:t>
            </a:r>
            <a:endParaRPr/>
          </a:p>
          <a:p>
            <a:pPr indent="0" lvl="0" marL="0" rtl="0" algn="l">
              <a:lnSpc>
                <a:spcPct val="115000"/>
              </a:lnSpc>
              <a:spcBef>
                <a:spcPts val="1200"/>
              </a:spcBef>
              <a:spcAft>
                <a:spcPts val="0"/>
              </a:spcAft>
              <a:buClr>
                <a:schemeClr val="dk1"/>
              </a:buClr>
              <a:buSzPts val="1100"/>
              <a:buFont typeface="Arial"/>
              <a:buNone/>
            </a:pPr>
            <a:r>
              <a:rPr lang="en"/>
              <a:t>Finally, we formalize this interaction as a Markov Decision Process. At each step, the agent chooses either to generate code or to return a final answer.</a:t>
            </a:r>
            <a:endParaRPr/>
          </a:p>
          <a:p>
            <a:pPr indent="0" lvl="0" marL="0" rtl="0" algn="l">
              <a:lnSpc>
                <a:spcPct val="115000"/>
              </a:lnSpc>
              <a:spcBef>
                <a:spcPts val="1200"/>
              </a:spcBef>
              <a:spcAft>
                <a:spcPts val="0"/>
              </a:spcAft>
              <a:buClr>
                <a:schemeClr val="dk1"/>
              </a:buClr>
              <a:buSzPts val="1100"/>
              <a:buFont typeface="Arial"/>
              <a:buNone/>
            </a:pPr>
            <a:r>
              <a:rPr lang="en"/>
              <a:t>The reward encourages correctness, but also penalizes unnecessary steps and excessive token usage. So the model learns to be both accurate and efficient.</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11b6eeac3f9_0_1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11b6eeac3f9_0_1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our system has three main pieces that work together.  First, the task generator. This creates the problems for our model to solve – three things, a context, then a question</a:t>
            </a:r>
            <a:endParaRPr/>
          </a:p>
          <a:p>
            <a:pPr indent="0" lvl="0" marL="0" rtl="0" algn="l">
              <a:spcBef>
                <a:spcPts val="0"/>
              </a:spcBef>
              <a:spcAft>
                <a:spcPts val="0"/>
              </a:spcAft>
              <a:buClr>
                <a:schemeClr val="dk1"/>
              </a:buClr>
              <a:buSzPts val="1100"/>
              <a:buFont typeface="Arial"/>
              <a:buNone/>
            </a:pPr>
            <a:r>
              <a:rPr lang="en"/>
              <a:t>about that context, and the ground-truth answer so we can check if the model got it right.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Second, the agent. This is the LLM. But here's the key thing - we don't just dump the entire context into the prompt and say 'answer this.' Instead, the</a:t>
            </a:r>
            <a:endParaRPr/>
          </a:p>
          <a:p>
            <a:pPr indent="0" lvl="0" marL="0" rtl="0" algn="l">
              <a:spcBef>
                <a:spcPts val="0"/>
              </a:spcBef>
              <a:spcAft>
                <a:spcPts val="0"/>
              </a:spcAft>
              <a:buClr>
                <a:schemeClr val="dk1"/>
              </a:buClr>
              <a:buSzPts val="1100"/>
              <a:buFont typeface="Arial"/>
              <a:buNone/>
            </a:pPr>
            <a:r>
              <a:rPr lang="en"/>
              <a:t>long context gets stored in a Python variable called CONTEXT, and the agent writes Python code to search through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Third, the sandboxed REPL. This is where the agent's code actually runs. It's a safe execution environment - we whitelist only certain Python builtins,</a:t>
            </a:r>
            <a:endParaRPr/>
          </a:p>
          <a:p>
            <a:pPr indent="0" lvl="0" marL="0" rtl="0" algn="l">
              <a:spcBef>
                <a:spcPts val="0"/>
              </a:spcBef>
              <a:spcAft>
                <a:spcPts val="0"/>
              </a:spcAft>
              <a:buClr>
                <a:schemeClr val="dk1"/>
              </a:buClr>
              <a:buSzPts val="1100"/>
              <a:buFont typeface="Arial"/>
              <a:buNone/>
            </a:pPr>
            <a:r>
              <a:rPr lang="en"/>
              <a:t>The REPL runs the code and sends the output back to the agent. If there's an error, the agent sees the traceback and can try again with fixed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the flow is: task generator creates the problem, the agent writes code to solve it, the REPL executes that code safely and returns the result. And the</a:t>
            </a:r>
            <a:endParaRPr/>
          </a:p>
          <a:p>
            <a:pPr indent="0" lvl="0" marL="0" rtl="0" algn="l">
              <a:spcBef>
                <a:spcPts val="0"/>
              </a:spcBef>
              <a:spcAft>
                <a:spcPts val="0"/>
              </a:spcAft>
              <a:buNone/>
            </a:pPr>
            <a:r>
              <a:rPr lang="en"/>
              <a:t>important distinction is that the long context lives in a Python variable, not in the model's prompt.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fundamental insight is the same as with Claude COde: instead of cramming everything into one giant prompt and hoping the model figures it out, you give the model tools and</a:t>
            </a:r>
            <a:endParaRPr/>
          </a:p>
          <a:p>
            <a:pPr indent="0" lvl="0" marL="0" rtl="0" algn="l">
              <a:spcBef>
                <a:spcPts val="0"/>
              </a:spcBef>
              <a:spcAft>
                <a:spcPts val="0"/>
              </a:spcAft>
              <a:buNone/>
            </a:pPr>
            <a:r>
              <a:rPr lang="en"/>
              <a:t>let it interact with the data step by step.</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cc8aa2016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3cc8aa2016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evaluate the system on three structured task families that increase in reasoning difficulty.</a:t>
            </a:r>
            <a:endParaRPr/>
          </a:p>
          <a:p>
            <a:pPr indent="0" lvl="0" marL="0" rtl="0" algn="l">
              <a:lnSpc>
                <a:spcPct val="115000"/>
              </a:lnSpc>
              <a:spcBef>
                <a:spcPts val="1200"/>
              </a:spcBef>
              <a:spcAft>
                <a:spcPts val="0"/>
              </a:spcAft>
              <a:buClr>
                <a:schemeClr val="dk1"/>
              </a:buClr>
              <a:buSzPts val="1100"/>
              <a:buFont typeface="Arial"/>
              <a:buNone/>
            </a:pPr>
            <a:r>
              <a:rPr lang="en"/>
              <a:t>The first is Needle-in-Haystack. The model must retrieve a hidden key-value pair from a long context. This tests basic tool use.</a:t>
            </a:r>
            <a:endParaRPr/>
          </a:p>
          <a:p>
            <a:pPr indent="0" lvl="0" marL="0" rtl="0" algn="l">
              <a:lnSpc>
                <a:spcPct val="115000"/>
              </a:lnSpc>
              <a:spcBef>
                <a:spcPts val="1200"/>
              </a:spcBef>
              <a:spcAft>
                <a:spcPts val="0"/>
              </a:spcAft>
              <a:buClr>
                <a:schemeClr val="dk1"/>
              </a:buClr>
              <a:buSzPts val="1100"/>
              <a:buFont typeface="Arial"/>
              <a:buNone/>
            </a:pPr>
            <a:r>
              <a:rPr lang="en"/>
              <a:t>The second is KV Extraction. Here, the model must filter structured log entries and extract a specific field. This requires chaining at least two reasoning steps.</a:t>
            </a:r>
            <a:endParaRPr/>
          </a:p>
          <a:p>
            <a:pPr indent="0" lvl="0" marL="0" rtl="0" algn="l">
              <a:lnSpc>
                <a:spcPct val="115000"/>
              </a:lnSpc>
              <a:spcBef>
                <a:spcPts val="1200"/>
              </a:spcBef>
              <a:spcAft>
                <a:spcPts val="0"/>
              </a:spcAft>
              <a:buClr>
                <a:schemeClr val="dk1"/>
              </a:buClr>
              <a:buSzPts val="1100"/>
              <a:buFont typeface="Arial"/>
              <a:buNone/>
            </a:pPr>
            <a:r>
              <a:rPr lang="en"/>
              <a:t>The third is Aggregation. The model must find multiple values and compute their sum. This requires maintaining intermediate state and performing computation over several tool calls.</a:t>
            </a:r>
            <a:endParaRPr/>
          </a:p>
          <a:p>
            <a:pPr indent="0" lvl="0" marL="0" rtl="0" algn="l">
              <a:lnSpc>
                <a:spcPct val="115000"/>
              </a:lnSpc>
              <a:spcBef>
                <a:spcPts val="1200"/>
              </a:spcBef>
              <a:spcAft>
                <a:spcPts val="1200"/>
              </a:spcAft>
              <a:buNone/>
            </a:pPr>
            <a:r>
              <a:rPr lang="en"/>
              <a:t>All tasks are synthetically generated, which means we always know the ground-truth answer. That allows us to compute reward automatically and scale training.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cc8aa2016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cc8aa2016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Training occurs in two phases.</a:t>
            </a:r>
            <a:endParaRPr/>
          </a:p>
          <a:p>
            <a:pPr indent="0" lvl="0" marL="0" rtl="0" algn="l">
              <a:lnSpc>
                <a:spcPct val="115000"/>
              </a:lnSpc>
              <a:spcBef>
                <a:spcPts val="1200"/>
              </a:spcBef>
              <a:spcAft>
                <a:spcPts val="0"/>
              </a:spcAft>
              <a:buClr>
                <a:schemeClr val="dk1"/>
              </a:buClr>
              <a:buSzPts val="1100"/>
              <a:buFont typeface="Arial"/>
              <a:buNone/>
            </a:pPr>
            <a:r>
              <a:rPr lang="en"/>
              <a:t>In the first phase, we perform Behavior Cloning. We generate 500 expert trajectories using a heuristic agent that solves tasks perfectly. We then fine-tune a Qwen 1.5B coder model using LoRA adapters for three epochs. This teaches the model basic tool-use behavior through supervised learning.</a:t>
            </a:r>
            <a:endParaRPr/>
          </a:p>
          <a:p>
            <a:pPr indent="0" lvl="0" marL="0" rtl="0" algn="l">
              <a:lnSpc>
                <a:spcPct val="115000"/>
              </a:lnSpc>
              <a:spcBef>
                <a:spcPts val="1200"/>
              </a:spcBef>
              <a:spcAft>
                <a:spcPts val="0"/>
              </a:spcAft>
              <a:buClr>
                <a:schemeClr val="dk1"/>
              </a:buClr>
              <a:buSzPts val="1100"/>
              <a:buFont typeface="Arial"/>
              <a:buNone/>
            </a:pPr>
            <a:r>
              <a:rPr lang="en"/>
              <a:t>In the second phase, we apply REINFORCE. Now the model generates code independently. The sandbox executes the code, and we compute reward based on correctness, number of steps, and token usage.</a:t>
            </a:r>
            <a:endParaRPr/>
          </a:p>
          <a:p>
            <a:pPr indent="0" lvl="0" marL="0" rtl="0" algn="l">
              <a:lnSpc>
                <a:spcPct val="115000"/>
              </a:lnSpc>
              <a:spcBef>
                <a:spcPts val="1200"/>
              </a:spcBef>
              <a:spcAft>
                <a:spcPts val="0"/>
              </a:spcAft>
              <a:buClr>
                <a:schemeClr val="dk1"/>
              </a:buClr>
              <a:buSzPts val="1100"/>
              <a:buFont typeface="Arial"/>
              <a:buNone/>
            </a:pPr>
            <a:r>
              <a:rPr lang="en"/>
              <a:t>We then update the policy using policy gradients to maximize expected reward.</a:t>
            </a:r>
            <a:endParaRPr/>
          </a:p>
          <a:p>
            <a:pPr indent="0" lvl="0" marL="0" rtl="0" algn="l">
              <a:lnSpc>
                <a:spcPct val="115000"/>
              </a:lnSpc>
              <a:spcBef>
                <a:spcPts val="1200"/>
              </a:spcBef>
              <a:spcAft>
                <a:spcPts val="0"/>
              </a:spcAft>
              <a:buClr>
                <a:schemeClr val="dk1"/>
              </a:buClr>
              <a:buSzPts val="1100"/>
              <a:buFont typeface="Arial"/>
              <a:buNone/>
            </a:pPr>
            <a:r>
              <a:rPr lang="en"/>
              <a:t>Behavior Cloning provides a strong initialization, and reinforcement learning improves efficiency and multi-step reasoning.</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11b6eeac3f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11b6eeac3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ccab539aa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ccab539aa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ccab539aa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ccab539aa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ccab539aa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3ccab539aa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ccab539aac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3ccab539aac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3cc8aa2016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3cc8aa2016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here's what we got after training our model. We took Qwen 1.5B - which is a pretty small language model - trained it first with behavior cloning on examples from our hand-coded agent, then refined it with REINFORCE. And the results break down by task difficulty.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As you can see, the needle in haystack task went well – which is expected as it is just aiming to find one thing in a big block of text. The model learned how to write a regex search.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Key-value pair extraction, the model mostly gets it right but sometimes the code doesn’t filter properly.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 Aggregation is where it drops to 50%. This is the hardest task - the model has to find multiple keys scattered throughout the text, extract all their values, and sum them up. That's multiple steps of reasoning and the model only gets it half the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python strategies achieved 100% across all tasks.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The model does great on simple tool use - write one search, get the answer. It does okay when there's a structured two-step process. But when it needs to chain together multiple operations and keep track of intermediate results, it struggles. So the model can learn to use tools, but deeper multi-step reasoning is still hard for a 1.5 billion parameter model. That's really what we want to improve in the next phase of the project</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3ccab539a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3ccab539a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The biggest issue we're facing is that aggregation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task accuracy is only at 50%. Needle-in-haystack and KV extraction are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both at very high accuracy, but when the model needs to find multiple keys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and sum them up, it struggles. We need to understand why—whether it's a</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prompt engineering issue, a training data issue, or just inherent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difficulty for the 1.5 billion parameter model we're using.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Speaking of the model size, that's our second limitation. 1.5B parameters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is quite small compared to modern LLMs, and it does limit code generation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quality. We chose it for practical reasons—training speed and compute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costs—but we acknowledge it's a constraint.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Third, we're only testing on three synthetic task types right now.</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Everything is generated programmatically—random haystack text, created log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entries, synthetic metrics. We haven't validated on real-world data yet,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which is a big gap.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And finally, we’ve only trained for about 30 epochs so far. That means the model is </a:t>
            </a:r>
            <a:r>
              <a:rPr lang="en" sz="1000">
                <a:solidFill>
                  <a:schemeClr val="dk1"/>
                </a:solidFill>
              </a:rPr>
              <a:t>probably</a:t>
            </a:r>
            <a:r>
              <a:rPr lang="en" sz="1000">
                <a:solidFill>
                  <a:schemeClr val="dk1"/>
                </a:solidFill>
              </a:rPr>
              <a:t> under-trained for the harder behaviors such as aggregation.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ccab539a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ccab539a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Our first priority is to move from REINFORCE to Proximal Policy</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Optimization. PPO is a more stable policy gradient algorithm that clips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the updates to prevent the policy from changing too dramatically in one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step. This should help with the training instability we mentioned.</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Second, we're going to expand our task types. Right now it's just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needle-in-haystack, KV extraction, and aggregation. We want to add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multi-condition filtering and code search tasks, where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the model has to navigate through a codebase to find a specific function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or class.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We also need to run a rigorous comparison against a long-context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baseline. We'll take the same tasks and feed the entire context into a</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large model like GPT-4 or Claude, and measure whether our tool-augmented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approach with the small model actually outperforms just dumping everything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into a huge context window.</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Lastly, we want to extend training in a staged way—for example 30 → 60 → 100+ epochs, tracking checkpoints, looking for a learning curve.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1100" y="543250"/>
            <a:ext cx="9166200" cy="4647300"/>
          </a:xfrm>
          <a:prstGeom prst="round2SameRect">
            <a:avLst>
              <a:gd fmla="val 7482" name="adj1"/>
              <a:gd fmla="val 0" name="adj2"/>
            </a:avLst>
          </a:prstGeom>
          <a:gradFill>
            <a:gsLst>
              <a:gs pos="0">
                <a:srgbClr val="FFFFFF"/>
              </a:gs>
              <a:gs pos="100000">
                <a:srgbClr val="9FA2DD"/>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7092875" y="808800"/>
            <a:ext cx="1855500" cy="26775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708800" y="2389850"/>
            <a:ext cx="13567925" cy="2800631"/>
          </a:xfrm>
          <a:custGeom>
            <a:rect b="b" l="l" r="r" t="t"/>
            <a:pathLst>
              <a:path extrusionOk="0" h="56607" w="15128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715100" y="1115750"/>
            <a:ext cx="5838600" cy="21804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Clr>
                <a:schemeClr val="accent1"/>
              </a:buClr>
              <a:buSzPts val="6500"/>
              <a:buFont typeface="Poppins"/>
              <a:buNone/>
              <a:defRPr b="1" sz="6500">
                <a:solidFill>
                  <a:schemeClr val="accent1"/>
                </a:solidFill>
                <a:latin typeface="Poppins"/>
                <a:ea typeface="Poppins"/>
                <a:cs typeface="Poppins"/>
                <a:sym typeface="Poppins"/>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p:nvPr/>
        </p:nvSpPr>
        <p:spPr>
          <a:xfrm>
            <a:off x="4180625" y="74650"/>
            <a:ext cx="600600" cy="468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4380308" y="177933"/>
            <a:ext cx="201427" cy="210169"/>
            <a:chOff x="5143693" y="188357"/>
            <a:chExt cx="153843" cy="160520"/>
          </a:xfrm>
        </p:grpSpPr>
        <p:sp>
          <p:nvSpPr>
            <p:cNvPr id="15" name="Google Shape;15;p2"/>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a:off x="3643773" y="202655"/>
            <a:ext cx="236409" cy="169294"/>
            <a:chOff x="3740546" y="215105"/>
            <a:chExt cx="180561" cy="129301"/>
          </a:xfrm>
        </p:grpSpPr>
        <p:sp>
          <p:nvSpPr>
            <p:cNvPr id="19" name="Google Shape;19;p2"/>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2"/>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 name="Google Shape;24;p2"/>
          <p:cNvGrpSpPr/>
          <p:nvPr/>
        </p:nvGrpSpPr>
        <p:grpSpPr>
          <a:xfrm>
            <a:off x="8192365" y="205607"/>
            <a:ext cx="236420" cy="186272"/>
            <a:chOff x="8118277" y="187250"/>
            <a:chExt cx="268293" cy="211384"/>
          </a:xfrm>
        </p:grpSpPr>
        <p:sp>
          <p:nvSpPr>
            <p:cNvPr id="25" name="Google Shape;25;p2"/>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715106" y="172001"/>
            <a:ext cx="230574" cy="230597"/>
            <a:chOff x="1869495" y="230908"/>
            <a:chExt cx="117892" cy="117892"/>
          </a:xfrm>
        </p:grpSpPr>
        <p:sp>
          <p:nvSpPr>
            <p:cNvPr id="29" name="Google Shape;29;p2"/>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2"/>
          <p:cNvSpPr txBox="1"/>
          <p:nvPr>
            <p:ph idx="1" type="subTitle"/>
          </p:nvPr>
        </p:nvSpPr>
        <p:spPr>
          <a:xfrm>
            <a:off x="1119875" y="3968775"/>
            <a:ext cx="4523100" cy="409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800">
                <a:solidFill>
                  <a:schemeClr val="dk1"/>
                </a:solidFill>
                <a:latin typeface="Mulish Medium"/>
                <a:ea typeface="Mulish Medium"/>
                <a:cs typeface="Mulish Medium"/>
                <a:sym typeface="Mulish Medium"/>
              </a:defRPr>
            </a:lvl1pPr>
            <a:lvl2pPr lvl="1">
              <a:spcBef>
                <a:spcPts val="0"/>
              </a:spcBef>
              <a:spcAft>
                <a:spcPts val="0"/>
              </a:spcAft>
              <a:buSzPts val="1200"/>
              <a:buNone/>
              <a:defRPr/>
            </a:lvl2pPr>
            <a:lvl3pPr lvl="2">
              <a:spcBef>
                <a:spcPts val="1600"/>
              </a:spcBef>
              <a:spcAft>
                <a:spcPts val="0"/>
              </a:spcAft>
              <a:buSzPts val="1200"/>
              <a:buNone/>
              <a:defRPr/>
            </a:lvl3pPr>
            <a:lvl4pPr lvl="3">
              <a:spcBef>
                <a:spcPts val="1600"/>
              </a:spcBef>
              <a:spcAft>
                <a:spcPts val="0"/>
              </a:spcAft>
              <a:buSzPts val="1200"/>
              <a:buNone/>
              <a:defRPr/>
            </a:lvl4pPr>
            <a:lvl5pPr lvl="4">
              <a:spcBef>
                <a:spcPts val="1600"/>
              </a:spcBef>
              <a:spcAft>
                <a:spcPts val="0"/>
              </a:spcAft>
              <a:buSzPts val="1200"/>
              <a:buNone/>
              <a:defRPr/>
            </a:lvl5pPr>
            <a:lvl6pPr lvl="5">
              <a:spcBef>
                <a:spcPts val="1600"/>
              </a:spcBef>
              <a:spcAft>
                <a:spcPts val="0"/>
              </a:spcAft>
              <a:buSzPts val="1200"/>
              <a:buNone/>
              <a:defRPr/>
            </a:lvl6pPr>
            <a:lvl7pPr lvl="6">
              <a:spcBef>
                <a:spcPts val="1600"/>
              </a:spcBef>
              <a:spcAft>
                <a:spcPts val="0"/>
              </a:spcAft>
              <a:buSzPts val="1200"/>
              <a:buNone/>
              <a:defRPr/>
            </a:lvl7pPr>
            <a:lvl8pPr lvl="7">
              <a:spcBef>
                <a:spcPts val="1600"/>
              </a:spcBef>
              <a:spcAft>
                <a:spcPts val="0"/>
              </a:spcAft>
              <a:buSzPts val="1200"/>
              <a:buNone/>
              <a:defRPr/>
            </a:lvl8pPr>
            <a:lvl9pPr lvl="8">
              <a:spcBef>
                <a:spcPts val="1600"/>
              </a:spcBef>
              <a:spcAft>
                <a:spcPts val="1600"/>
              </a:spcAft>
              <a:buSzPts val="12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
          <p:cNvSpPr/>
          <p:nvPr/>
        </p:nvSpPr>
        <p:spPr>
          <a:xfrm>
            <a:off x="715100" y="1021025"/>
            <a:ext cx="1855500" cy="29235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txBox="1"/>
          <p:nvPr>
            <p:ph type="title"/>
          </p:nvPr>
        </p:nvSpPr>
        <p:spPr>
          <a:xfrm>
            <a:off x="3267600" y="2614225"/>
            <a:ext cx="4676400" cy="7605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6" name="Google Shape;36;p3"/>
          <p:cNvSpPr txBox="1"/>
          <p:nvPr>
            <p:ph hasCustomPrompt="1" idx="2" type="title"/>
          </p:nvPr>
        </p:nvSpPr>
        <p:spPr>
          <a:xfrm>
            <a:off x="6579750" y="1711075"/>
            <a:ext cx="10953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dk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7" name="Google Shape;37;p3"/>
          <p:cNvSpPr txBox="1"/>
          <p:nvPr>
            <p:ph idx="1" type="subTitle"/>
          </p:nvPr>
        </p:nvSpPr>
        <p:spPr>
          <a:xfrm>
            <a:off x="3267600" y="3519250"/>
            <a:ext cx="4676400" cy="713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800"/>
              <a:buFont typeface="Mulish SemiBold"/>
              <a:buNone/>
              <a:defRPr sz="1600">
                <a:solidFill>
                  <a:schemeClr val="dk1"/>
                </a:solidFill>
                <a:latin typeface="Mulish Medium"/>
                <a:ea typeface="Mulish Medium"/>
                <a:cs typeface="Mulish Medium"/>
                <a:sym typeface="Mulish Medium"/>
              </a:defRPr>
            </a:lvl1pPr>
            <a:lvl2pPr lvl="1"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2pPr>
            <a:lvl3pPr lvl="2"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3pPr>
            <a:lvl4pPr lvl="3"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4pPr>
            <a:lvl5pPr lvl="4"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5pPr>
            <a:lvl6pPr lvl="5"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6pPr>
            <a:lvl7pPr lvl="6"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7pPr>
            <a:lvl8pPr lvl="7"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8pPr>
            <a:lvl9pPr lvl="8" rtl="0" algn="ctr">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9pPr>
          </a:lstStyle>
          <a:p/>
        </p:txBody>
      </p:sp>
      <p:sp>
        <p:nvSpPr>
          <p:cNvPr id="38" name="Google Shape;38;p3"/>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4380308" y="177933"/>
            <a:ext cx="201427" cy="210169"/>
            <a:chOff x="5143693" y="188357"/>
            <a:chExt cx="153843" cy="160520"/>
          </a:xfrm>
        </p:grpSpPr>
        <p:sp>
          <p:nvSpPr>
            <p:cNvPr id="40" name="Google Shape;40;p3"/>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3"/>
          <p:cNvGrpSpPr/>
          <p:nvPr/>
        </p:nvGrpSpPr>
        <p:grpSpPr>
          <a:xfrm>
            <a:off x="3643773" y="202655"/>
            <a:ext cx="236409" cy="169294"/>
            <a:chOff x="3740546" y="215105"/>
            <a:chExt cx="180561" cy="129301"/>
          </a:xfrm>
        </p:grpSpPr>
        <p:sp>
          <p:nvSpPr>
            <p:cNvPr id="44" name="Google Shape;44;p3"/>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3"/>
          <p:cNvGrpSpPr/>
          <p:nvPr/>
        </p:nvGrpSpPr>
        <p:grpSpPr>
          <a:xfrm>
            <a:off x="8192365" y="205607"/>
            <a:ext cx="236420" cy="186272"/>
            <a:chOff x="8118277" y="187250"/>
            <a:chExt cx="268293" cy="211384"/>
          </a:xfrm>
        </p:grpSpPr>
        <p:sp>
          <p:nvSpPr>
            <p:cNvPr id="50" name="Google Shape;50;p3"/>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3"/>
          <p:cNvGrpSpPr/>
          <p:nvPr/>
        </p:nvGrpSpPr>
        <p:grpSpPr>
          <a:xfrm>
            <a:off x="715106" y="172001"/>
            <a:ext cx="230574" cy="230597"/>
            <a:chOff x="1869495" y="230908"/>
            <a:chExt cx="117892" cy="117892"/>
          </a:xfrm>
        </p:grpSpPr>
        <p:sp>
          <p:nvSpPr>
            <p:cNvPr id="54" name="Google Shape;54;p3"/>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p:nvPr/>
        </p:nvSpPr>
        <p:spPr>
          <a:xfrm flipH="1">
            <a:off x="-4412309" y="1560750"/>
            <a:ext cx="14354959" cy="4045561"/>
          </a:xfrm>
          <a:custGeom>
            <a:rect b="b" l="l" r="r" t="t"/>
            <a:pathLst>
              <a:path extrusionOk="0" h="56607" w="15128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4"/>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4"/>
          <p:cNvGrpSpPr/>
          <p:nvPr/>
        </p:nvGrpSpPr>
        <p:grpSpPr>
          <a:xfrm>
            <a:off x="4380308" y="177933"/>
            <a:ext cx="201427" cy="210169"/>
            <a:chOff x="5143693" y="188357"/>
            <a:chExt cx="153843" cy="160520"/>
          </a:xfrm>
        </p:grpSpPr>
        <p:sp>
          <p:nvSpPr>
            <p:cNvPr id="62" name="Google Shape;62;p4"/>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4"/>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4"/>
          <p:cNvGrpSpPr/>
          <p:nvPr/>
        </p:nvGrpSpPr>
        <p:grpSpPr>
          <a:xfrm>
            <a:off x="3643773" y="202655"/>
            <a:ext cx="236409" cy="169294"/>
            <a:chOff x="3740546" y="215105"/>
            <a:chExt cx="180561" cy="129301"/>
          </a:xfrm>
        </p:grpSpPr>
        <p:sp>
          <p:nvSpPr>
            <p:cNvPr id="66" name="Google Shape;66;p4"/>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4"/>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 name="Google Shape;71;p4"/>
          <p:cNvGrpSpPr/>
          <p:nvPr/>
        </p:nvGrpSpPr>
        <p:grpSpPr>
          <a:xfrm>
            <a:off x="8192365" y="205607"/>
            <a:ext cx="236420" cy="186272"/>
            <a:chOff x="8118277" y="187250"/>
            <a:chExt cx="268293" cy="211384"/>
          </a:xfrm>
        </p:grpSpPr>
        <p:sp>
          <p:nvSpPr>
            <p:cNvPr id="72" name="Google Shape;72;p4"/>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4"/>
          <p:cNvGrpSpPr/>
          <p:nvPr/>
        </p:nvGrpSpPr>
        <p:grpSpPr>
          <a:xfrm>
            <a:off x="715106" y="172001"/>
            <a:ext cx="230574" cy="230597"/>
            <a:chOff x="1869495" y="230908"/>
            <a:chExt cx="117892" cy="117892"/>
          </a:xfrm>
        </p:grpSpPr>
        <p:sp>
          <p:nvSpPr>
            <p:cNvPr id="76" name="Google Shape;76;p4"/>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4"/>
          <p:cNvGrpSpPr/>
          <p:nvPr/>
        </p:nvGrpSpPr>
        <p:grpSpPr>
          <a:xfrm>
            <a:off x="715090" y="4722881"/>
            <a:ext cx="2227501" cy="308121"/>
            <a:chOff x="715090" y="4752256"/>
            <a:chExt cx="2227501" cy="308121"/>
          </a:xfrm>
        </p:grpSpPr>
        <p:sp>
          <p:nvSpPr>
            <p:cNvPr id="79" name="Google Shape;79;p4"/>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4"/>
            <p:cNvGrpSpPr/>
            <p:nvPr/>
          </p:nvGrpSpPr>
          <p:grpSpPr>
            <a:xfrm>
              <a:off x="2255186" y="4862963"/>
              <a:ext cx="97814" cy="86736"/>
              <a:chOff x="2255186" y="4862963"/>
              <a:chExt cx="97814" cy="86736"/>
            </a:xfrm>
          </p:grpSpPr>
          <p:sp>
            <p:nvSpPr>
              <p:cNvPr id="86" name="Google Shape;86;p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 name="Google Shape;87;p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88" name="Google Shape;88;p4"/>
            <p:cNvGrpSpPr/>
            <p:nvPr/>
          </p:nvGrpSpPr>
          <p:grpSpPr>
            <a:xfrm>
              <a:off x="1767461" y="4862963"/>
              <a:ext cx="122764" cy="86736"/>
              <a:chOff x="1779936" y="4862963"/>
              <a:chExt cx="122764" cy="86736"/>
            </a:xfrm>
          </p:grpSpPr>
          <p:grpSp>
            <p:nvGrpSpPr>
              <p:cNvPr id="89" name="Google Shape;89;p4"/>
              <p:cNvGrpSpPr/>
              <p:nvPr/>
            </p:nvGrpSpPr>
            <p:grpSpPr>
              <a:xfrm>
                <a:off x="1779936" y="4862963"/>
                <a:ext cx="97814" cy="86736"/>
                <a:chOff x="2255186" y="4862963"/>
                <a:chExt cx="97814" cy="86736"/>
              </a:xfrm>
            </p:grpSpPr>
            <p:sp>
              <p:nvSpPr>
                <p:cNvPr id="90" name="Google Shape;90;p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92" name="Google Shape;92;p4"/>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3" name="Google Shape;93;p4"/>
            <p:cNvGrpSpPr/>
            <p:nvPr/>
          </p:nvGrpSpPr>
          <p:grpSpPr>
            <a:xfrm rot="10800000">
              <a:off x="1308161" y="4862963"/>
              <a:ext cx="97814" cy="86736"/>
              <a:chOff x="2255186" y="4862963"/>
              <a:chExt cx="97814" cy="86736"/>
            </a:xfrm>
          </p:grpSpPr>
          <p:sp>
            <p:nvSpPr>
              <p:cNvPr id="94" name="Google Shape;94;p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 name="Google Shape;95;p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6" name="Google Shape;96;p4"/>
            <p:cNvGrpSpPr/>
            <p:nvPr/>
          </p:nvGrpSpPr>
          <p:grpSpPr>
            <a:xfrm>
              <a:off x="810563" y="4862963"/>
              <a:ext cx="145800" cy="84300"/>
              <a:chOff x="786588" y="4862963"/>
              <a:chExt cx="145800" cy="84300"/>
            </a:xfrm>
          </p:grpSpPr>
          <p:sp>
            <p:nvSpPr>
              <p:cNvPr id="97" name="Google Shape;97;p4"/>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4"/>
            <p:cNvGrpSpPr/>
            <p:nvPr/>
          </p:nvGrpSpPr>
          <p:grpSpPr>
            <a:xfrm rot="10800000">
              <a:off x="2703113" y="4865400"/>
              <a:ext cx="145800" cy="84300"/>
              <a:chOff x="786588" y="4862963"/>
              <a:chExt cx="145800" cy="84300"/>
            </a:xfrm>
          </p:grpSpPr>
          <p:sp>
            <p:nvSpPr>
              <p:cNvPr id="100" name="Google Shape;100;p4"/>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2" name="Google Shape;102;p4"/>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 name="Google Shape;103;p4"/>
          <p:cNvSpPr txBox="1"/>
          <p:nvPr>
            <p:ph idx="1" type="body"/>
          </p:nvPr>
        </p:nvSpPr>
        <p:spPr>
          <a:xfrm>
            <a:off x="720000" y="1152475"/>
            <a:ext cx="7704000" cy="3408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2"/>
              </a:buClr>
              <a:buSzPts val="1400"/>
              <a:buFont typeface="Mulish Medium"/>
              <a:buChar char="●"/>
              <a:defRPr b="1" sz="1400">
                <a:solidFill>
                  <a:schemeClr val="dk2"/>
                </a:solidFill>
                <a:latin typeface="Mulish"/>
                <a:ea typeface="Mulish"/>
                <a:cs typeface="Mulish"/>
                <a:sym typeface="Mulish"/>
              </a:defRPr>
            </a:lvl1pPr>
            <a:lvl2pPr indent="-317500" lvl="1" marL="914400" rtl="0">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2pPr>
            <a:lvl3pPr indent="-317500" lvl="2" marL="13716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3pPr>
            <a:lvl4pPr indent="-317500" lvl="3" marL="18288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4pPr>
            <a:lvl5pPr indent="-317500" lvl="4" marL="22860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5pPr>
            <a:lvl6pPr indent="-317500" lvl="5" marL="27432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6pPr>
            <a:lvl7pPr indent="-317500" lvl="6" marL="32004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7pPr>
            <a:lvl8pPr indent="-317500" lvl="7" marL="36576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8pPr>
            <a:lvl9pPr indent="-317500" lvl="8" marL="41148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9pPr>
          </a:lstStyle>
          <a:p/>
        </p:txBody>
      </p:sp>
      <p:grpSp>
        <p:nvGrpSpPr>
          <p:cNvPr id="104" name="Google Shape;104;p4"/>
          <p:cNvGrpSpPr/>
          <p:nvPr/>
        </p:nvGrpSpPr>
        <p:grpSpPr>
          <a:xfrm>
            <a:off x="6844854" y="4668587"/>
            <a:ext cx="1584035" cy="416703"/>
            <a:chOff x="6844854" y="4668587"/>
            <a:chExt cx="1584035" cy="416703"/>
          </a:xfrm>
        </p:grpSpPr>
        <p:sp>
          <p:nvSpPr>
            <p:cNvPr id="105" name="Google Shape;105;p4"/>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 name="Google Shape;106;p4"/>
            <p:cNvGrpSpPr/>
            <p:nvPr/>
          </p:nvGrpSpPr>
          <p:grpSpPr>
            <a:xfrm>
              <a:off x="8054048" y="4823050"/>
              <a:ext cx="138315" cy="107779"/>
              <a:chOff x="1900456" y="4780923"/>
              <a:chExt cx="138315" cy="107779"/>
            </a:xfrm>
          </p:grpSpPr>
          <p:sp>
            <p:nvSpPr>
              <p:cNvPr id="107" name="Google Shape;107;p4"/>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4"/>
              <p:cNvGrpSpPr/>
              <p:nvPr/>
            </p:nvGrpSpPr>
            <p:grpSpPr>
              <a:xfrm>
                <a:off x="1900456" y="4825827"/>
                <a:ext cx="138315" cy="62875"/>
                <a:chOff x="1900456" y="4825827"/>
                <a:chExt cx="138315" cy="62875"/>
              </a:xfrm>
            </p:grpSpPr>
            <p:sp>
              <p:nvSpPr>
                <p:cNvPr id="109" name="Google Shape;109;p4"/>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1" name="Google Shape;111;p4"/>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r>
                <a:rPr lang="en" sz="1000">
                  <a:solidFill>
                    <a:schemeClr val="dk2"/>
                  </a:solidFill>
                  <a:latin typeface="Mulish Medium"/>
                  <a:ea typeface="Mulish Medium"/>
                  <a:cs typeface="Mulish Medium"/>
                  <a:sym typeface="Mulish Medium"/>
                </a:rPr>
                <a:t>:</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2" name="Shape 112"/>
        <p:cNvGrpSpPr/>
        <p:nvPr/>
      </p:nvGrpSpPr>
      <p:grpSpPr>
        <a:xfrm>
          <a:off x="0" y="0"/>
          <a:ext cx="0" cy="0"/>
          <a:chOff x="0" y="0"/>
          <a:chExt cx="0" cy="0"/>
        </a:xfrm>
      </p:grpSpPr>
      <p:sp>
        <p:nvSpPr>
          <p:cNvPr id="113" name="Google Shape;113;p5"/>
          <p:cNvSpPr txBox="1"/>
          <p:nvPr>
            <p:ph idx="1" type="subTitle"/>
          </p:nvPr>
        </p:nvSpPr>
        <p:spPr>
          <a:xfrm>
            <a:off x="1181425" y="2438588"/>
            <a:ext cx="2907600" cy="713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4" name="Google Shape;114;p5"/>
          <p:cNvSpPr txBox="1"/>
          <p:nvPr>
            <p:ph idx="2" type="subTitle"/>
          </p:nvPr>
        </p:nvSpPr>
        <p:spPr>
          <a:xfrm>
            <a:off x="4836300" y="2438588"/>
            <a:ext cx="29076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5" name="Google Shape;115;p5"/>
          <p:cNvSpPr txBox="1"/>
          <p:nvPr>
            <p:ph idx="3" type="subTitle"/>
          </p:nvPr>
        </p:nvSpPr>
        <p:spPr>
          <a:xfrm>
            <a:off x="1181425" y="3151988"/>
            <a:ext cx="2907600" cy="86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5"/>
          <p:cNvSpPr txBox="1"/>
          <p:nvPr>
            <p:ph idx="4" type="subTitle"/>
          </p:nvPr>
        </p:nvSpPr>
        <p:spPr>
          <a:xfrm>
            <a:off x="4836300" y="3151988"/>
            <a:ext cx="2907600" cy="86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7" name="Google Shape;117;p5"/>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8" name="Google Shape;118;p5"/>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5"/>
          <p:cNvGrpSpPr/>
          <p:nvPr/>
        </p:nvGrpSpPr>
        <p:grpSpPr>
          <a:xfrm>
            <a:off x="4380308" y="177933"/>
            <a:ext cx="201427" cy="210169"/>
            <a:chOff x="5143693" y="188357"/>
            <a:chExt cx="153843" cy="160520"/>
          </a:xfrm>
        </p:grpSpPr>
        <p:sp>
          <p:nvSpPr>
            <p:cNvPr id="122" name="Google Shape;122;p5"/>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5"/>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5"/>
          <p:cNvGrpSpPr/>
          <p:nvPr/>
        </p:nvGrpSpPr>
        <p:grpSpPr>
          <a:xfrm>
            <a:off x="3643773" y="202655"/>
            <a:ext cx="236409" cy="169294"/>
            <a:chOff x="3740546" y="215105"/>
            <a:chExt cx="180561" cy="129301"/>
          </a:xfrm>
        </p:grpSpPr>
        <p:sp>
          <p:nvSpPr>
            <p:cNvPr id="126" name="Google Shape;126;p5"/>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5"/>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 name="Google Shape;131;p5"/>
          <p:cNvGrpSpPr/>
          <p:nvPr/>
        </p:nvGrpSpPr>
        <p:grpSpPr>
          <a:xfrm>
            <a:off x="8192365" y="205607"/>
            <a:ext cx="236420" cy="186272"/>
            <a:chOff x="8118277" y="187250"/>
            <a:chExt cx="268293" cy="211384"/>
          </a:xfrm>
        </p:grpSpPr>
        <p:sp>
          <p:nvSpPr>
            <p:cNvPr id="132" name="Google Shape;132;p5"/>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5"/>
          <p:cNvGrpSpPr/>
          <p:nvPr/>
        </p:nvGrpSpPr>
        <p:grpSpPr>
          <a:xfrm>
            <a:off x="715106" y="172001"/>
            <a:ext cx="230574" cy="230597"/>
            <a:chOff x="1869495" y="230908"/>
            <a:chExt cx="117892" cy="117892"/>
          </a:xfrm>
        </p:grpSpPr>
        <p:sp>
          <p:nvSpPr>
            <p:cNvPr id="136" name="Google Shape;136;p5"/>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5"/>
          <p:cNvGrpSpPr/>
          <p:nvPr/>
        </p:nvGrpSpPr>
        <p:grpSpPr>
          <a:xfrm>
            <a:off x="715090" y="4722881"/>
            <a:ext cx="2227501" cy="308121"/>
            <a:chOff x="715090" y="4752256"/>
            <a:chExt cx="2227501" cy="308121"/>
          </a:xfrm>
        </p:grpSpPr>
        <p:sp>
          <p:nvSpPr>
            <p:cNvPr id="139" name="Google Shape;139;p5"/>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 name="Google Shape;145;p5"/>
            <p:cNvGrpSpPr/>
            <p:nvPr/>
          </p:nvGrpSpPr>
          <p:grpSpPr>
            <a:xfrm>
              <a:off x="2255186" y="4862963"/>
              <a:ext cx="97814" cy="86736"/>
              <a:chOff x="2255186" y="4862963"/>
              <a:chExt cx="97814" cy="86736"/>
            </a:xfrm>
          </p:grpSpPr>
          <p:sp>
            <p:nvSpPr>
              <p:cNvPr id="146" name="Google Shape;146;p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48" name="Google Shape;148;p5"/>
            <p:cNvGrpSpPr/>
            <p:nvPr/>
          </p:nvGrpSpPr>
          <p:grpSpPr>
            <a:xfrm>
              <a:off x="1767461" y="4862963"/>
              <a:ext cx="122764" cy="86736"/>
              <a:chOff x="1779936" y="4862963"/>
              <a:chExt cx="122764" cy="86736"/>
            </a:xfrm>
          </p:grpSpPr>
          <p:grpSp>
            <p:nvGrpSpPr>
              <p:cNvPr id="149" name="Google Shape;149;p5"/>
              <p:cNvGrpSpPr/>
              <p:nvPr/>
            </p:nvGrpSpPr>
            <p:grpSpPr>
              <a:xfrm>
                <a:off x="1779936" y="4862963"/>
                <a:ext cx="97814" cy="86736"/>
                <a:chOff x="2255186" y="4862963"/>
                <a:chExt cx="97814" cy="86736"/>
              </a:xfrm>
            </p:grpSpPr>
            <p:sp>
              <p:nvSpPr>
                <p:cNvPr id="150" name="Google Shape;150;p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 name="Google Shape;151;p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152" name="Google Shape;152;p5"/>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53" name="Google Shape;153;p5"/>
            <p:cNvGrpSpPr/>
            <p:nvPr/>
          </p:nvGrpSpPr>
          <p:grpSpPr>
            <a:xfrm rot="10800000">
              <a:off x="1308161" y="4862963"/>
              <a:ext cx="97814" cy="86736"/>
              <a:chOff x="2255186" y="4862963"/>
              <a:chExt cx="97814" cy="86736"/>
            </a:xfrm>
          </p:grpSpPr>
          <p:sp>
            <p:nvSpPr>
              <p:cNvPr id="154" name="Google Shape;154;p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 name="Google Shape;155;p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56" name="Google Shape;156;p5"/>
            <p:cNvGrpSpPr/>
            <p:nvPr/>
          </p:nvGrpSpPr>
          <p:grpSpPr>
            <a:xfrm>
              <a:off x="810563" y="4862963"/>
              <a:ext cx="145800" cy="84300"/>
              <a:chOff x="786588" y="4862963"/>
              <a:chExt cx="145800" cy="84300"/>
            </a:xfrm>
          </p:grpSpPr>
          <p:sp>
            <p:nvSpPr>
              <p:cNvPr id="157" name="Google Shape;157;p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5"/>
            <p:cNvGrpSpPr/>
            <p:nvPr/>
          </p:nvGrpSpPr>
          <p:grpSpPr>
            <a:xfrm rot="10800000">
              <a:off x="2703113" y="4865400"/>
              <a:ext cx="145800" cy="84300"/>
              <a:chOff x="786588" y="4862963"/>
              <a:chExt cx="145800" cy="84300"/>
            </a:xfrm>
          </p:grpSpPr>
          <p:sp>
            <p:nvSpPr>
              <p:cNvPr id="160" name="Google Shape;160;p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2" name="Google Shape;162;p5"/>
          <p:cNvGrpSpPr/>
          <p:nvPr/>
        </p:nvGrpSpPr>
        <p:grpSpPr>
          <a:xfrm>
            <a:off x="6844854" y="4668587"/>
            <a:ext cx="1584035" cy="416703"/>
            <a:chOff x="6844854" y="4668587"/>
            <a:chExt cx="1584035" cy="416703"/>
          </a:xfrm>
        </p:grpSpPr>
        <p:sp>
          <p:nvSpPr>
            <p:cNvPr id="163" name="Google Shape;163;p5"/>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5"/>
            <p:cNvGrpSpPr/>
            <p:nvPr/>
          </p:nvGrpSpPr>
          <p:grpSpPr>
            <a:xfrm>
              <a:off x="8054048" y="4823050"/>
              <a:ext cx="138315" cy="107779"/>
              <a:chOff x="1900456" y="4780923"/>
              <a:chExt cx="138315" cy="107779"/>
            </a:xfrm>
          </p:grpSpPr>
          <p:sp>
            <p:nvSpPr>
              <p:cNvPr id="165" name="Google Shape;165;p5"/>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5"/>
              <p:cNvGrpSpPr/>
              <p:nvPr/>
            </p:nvGrpSpPr>
            <p:grpSpPr>
              <a:xfrm>
                <a:off x="1900456" y="4825827"/>
                <a:ext cx="138315" cy="62875"/>
                <a:chOff x="1900456" y="4825827"/>
                <a:chExt cx="138315" cy="62875"/>
              </a:xfrm>
            </p:grpSpPr>
            <p:sp>
              <p:nvSpPr>
                <p:cNvPr id="167" name="Google Shape;167;p5"/>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 name="Google Shape;169;p5"/>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0" name="Shape 170"/>
        <p:cNvGrpSpPr/>
        <p:nvPr/>
      </p:nvGrpSpPr>
      <p:grpSpPr>
        <a:xfrm>
          <a:off x="0" y="0"/>
          <a:ext cx="0" cy="0"/>
          <a:chOff x="0" y="0"/>
          <a:chExt cx="0" cy="0"/>
        </a:xfrm>
      </p:grpSpPr>
      <p:sp>
        <p:nvSpPr>
          <p:cNvPr id="171" name="Google Shape;171;p6"/>
          <p:cNvSpPr txBox="1"/>
          <p:nvPr>
            <p:ph type="title"/>
          </p:nvPr>
        </p:nvSpPr>
        <p:spPr>
          <a:xfrm>
            <a:off x="1291650" y="535000"/>
            <a:ext cx="6560700" cy="1034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2" name="Google Shape;172;p6"/>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6"/>
          <p:cNvGrpSpPr/>
          <p:nvPr/>
        </p:nvGrpSpPr>
        <p:grpSpPr>
          <a:xfrm>
            <a:off x="4380308" y="177933"/>
            <a:ext cx="201427" cy="210169"/>
            <a:chOff x="5143693" y="188357"/>
            <a:chExt cx="153843" cy="160520"/>
          </a:xfrm>
        </p:grpSpPr>
        <p:sp>
          <p:nvSpPr>
            <p:cNvPr id="176" name="Google Shape;176;p6"/>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6"/>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 name="Google Shape;179;p6"/>
          <p:cNvGrpSpPr/>
          <p:nvPr/>
        </p:nvGrpSpPr>
        <p:grpSpPr>
          <a:xfrm>
            <a:off x="3643773" y="202655"/>
            <a:ext cx="236409" cy="169294"/>
            <a:chOff x="3740546" y="215105"/>
            <a:chExt cx="180561" cy="129301"/>
          </a:xfrm>
        </p:grpSpPr>
        <p:sp>
          <p:nvSpPr>
            <p:cNvPr id="180" name="Google Shape;180;p6"/>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 name="Google Shape;183;p6"/>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6"/>
          <p:cNvGrpSpPr/>
          <p:nvPr/>
        </p:nvGrpSpPr>
        <p:grpSpPr>
          <a:xfrm>
            <a:off x="8192365" y="205607"/>
            <a:ext cx="236420" cy="186272"/>
            <a:chOff x="8118277" y="187250"/>
            <a:chExt cx="268293" cy="211384"/>
          </a:xfrm>
        </p:grpSpPr>
        <p:sp>
          <p:nvSpPr>
            <p:cNvPr id="186" name="Google Shape;186;p6"/>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6"/>
          <p:cNvGrpSpPr/>
          <p:nvPr/>
        </p:nvGrpSpPr>
        <p:grpSpPr>
          <a:xfrm>
            <a:off x="715106" y="172001"/>
            <a:ext cx="230574" cy="230597"/>
            <a:chOff x="1869495" y="230908"/>
            <a:chExt cx="117892" cy="117892"/>
          </a:xfrm>
        </p:grpSpPr>
        <p:sp>
          <p:nvSpPr>
            <p:cNvPr id="190" name="Google Shape;190;p6"/>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6"/>
          <p:cNvGrpSpPr/>
          <p:nvPr/>
        </p:nvGrpSpPr>
        <p:grpSpPr>
          <a:xfrm>
            <a:off x="715090" y="4722881"/>
            <a:ext cx="2227501" cy="308121"/>
            <a:chOff x="715090" y="4752256"/>
            <a:chExt cx="2227501" cy="308121"/>
          </a:xfrm>
        </p:grpSpPr>
        <p:sp>
          <p:nvSpPr>
            <p:cNvPr id="193" name="Google Shape;193;p6"/>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6"/>
            <p:cNvGrpSpPr/>
            <p:nvPr/>
          </p:nvGrpSpPr>
          <p:grpSpPr>
            <a:xfrm>
              <a:off x="2255186" y="4862963"/>
              <a:ext cx="97814" cy="86736"/>
              <a:chOff x="2255186" y="4862963"/>
              <a:chExt cx="97814" cy="86736"/>
            </a:xfrm>
          </p:grpSpPr>
          <p:sp>
            <p:nvSpPr>
              <p:cNvPr id="200" name="Google Shape;200;p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1" name="Google Shape;201;p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02" name="Google Shape;202;p6"/>
            <p:cNvGrpSpPr/>
            <p:nvPr/>
          </p:nvGrpSpPr>
          <p:grpSpPr>
            <a:xfrm>
              <a:off x="1767461" y="4862963"/>
              <a:ext cx="122764" cy="86736"/>
              <a:chOff x="1779936" y="4862963"/>
              <a:chExt cx="122764" cy="86736"/>
            </a:xfrm>
          </p:grpSpPr>
          <p:grpSp>
            <p:nvGrpSpPr>
              <p:cNvPr id="203" name="Google Shape;203;p6"/>
              <p:cNvGrpSpPr/>
              <p:nvPr/>
            </p:nvGrpSpPr>
            <p:grpSpPr>
              <a:xfrm>
                <a:off x="1779936" y="4862963"/>
                <a:ext cx="97814" cy="86736"/>
                <a:chOff x="2255186" y="4862963"/>
                <a:chExt cx="97814" cy="86736"/>
              </a:xfrm>
            </p:grpSpPr>
            <p:sp>
              <p:nvSpPr>
                <p:cNvPr id="204" name="Google Shape;204;p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 name="Google Shape;205;p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206" name="Google Shape;206;p6"/>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07" name="Google Shape;207;p6"/>
            <p:cNvGrpSpPr/>
            <p:nvPr/>
          </p:nvGrpSpPr>
          <p:grpSpPr>
            <a:xfrm rot="10800000">
              <a:off x="1308161" y="4862963"/>
              <a:ext cx="97814" cy="86736"/>
              <a:chOff x="2255186" y="4862963"/>
              <a:chExt cx="97814" cy="86736"/>
            </a:xfrm>
          </p:grpSpPr>
          <p:sp>
            <p:nvSpPr>
              <p:cNvPr id="208" name="Google Shape;208;p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9" name="Google Shape;209;p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10" name="Google Shape;210;p6"/>
            <p:cNvGrpSpPr/>
            <p:nvPr/>
          </p:nvGrpSpPr>
          <p:grpSpPr>
            <a:xfrm>
              <a:off x="810563" y="4862963"/>
              <a:ext cx="145800" cy="84300"/>
              <a:chOff x="786588" y="4862963"/>
              <a:chExt cx="145800" cy="84300"/>
            </a:xfrm>
          </p:grpSpPr>
          <p:sp>
            <p:nvSpPr>
              <p:cNvPr id="211" name="Google Shape;211;p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6"/>
            <p:cNvGrpSpPr/>
            <p:nvPr/>
          </p:nvGrpSpPr>
          <p:grpSpPr>
            <a:xfrm rot="10800000">
              <a:off x="2703113" y="4865400"/>
              <a:ext cx="145800" cy="84300"/>
              <a:chOff x="786588" y="4862963"/>
              <a:chExt cx="145800" cy="84300"/>
            </a:xfrm>
          </p:grpSpPr>
          <p:sp>
            <p:nvSpPr>
              <p:cNvPr id="214" name="Google Shape;214;p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6" name="Google Shape;216;p6"/>
          <p:cNvGrpSpPr/>
          <p:nvPr/>
        </p:nvGrpSpPr>
        <p:grpSpPr>
          <a:xfrm>
            <a:off x="6844854" y="4668587"/>
            <a:ext cx="1584035" cy="416703"/>
            <a:chOff x="6844854" y="4668587"/>
            <a:chExt cx="1584035" cy="416703"/>
          </a:xfrm>
        </p:grpSpPr>
        <p:sp>
          <p:nvSpPr>
            <p:cNvPr id="217" name="Google Shape;217;p6"/>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 name="Google Shape;218;p6"/>
            <p:cNvGrpSpPr/>
            <p:nvPr/>
          </p:nvGrpSpPr>
          <p:grpSpPr>
            <a:xfrm>
              <a:off x="8054048" y="4823050"/>
              <a:ext cx="138315" cy="107779"/>
              <a:chOff x="1900456" y="4780923"/>
              <a:chExt cx="138315" cy="107779"/>
            </a:xfrm>
          </p:grpSpPr>
          <p:sp>
            <p:nvSpPr>
              <p:cNvPr id="219" name="Google Shape;219;p6"/>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 name="Google Shape;220;p6"/>
              <p:cNvGrpSpPr/>
              <p:nvPr/>
            </p:nvGrpSpPr>
            <p:grpSpPr>
              <a:xfrm>
                <a:off x="1900456" y="4825827"/>
                <a:ext cx="138315" cy="62875"/>
                <a:chOff x="1900456" y="4825827"/>
                <a:chExt cx="138315" cy="62875"/>
              </a:xfrm>
            </p:grpSpPr>
            <p:sp>
              <p:nvSpPr>
                <p:cNvPr id="221" name="Google Shape;221;p6"/>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3" name="Google Shape;223;p6"/>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4" name="Shape 224"/>
        <p:cNvGrpSpPr/>
        <p:nvPr/>
      </p:nvGrpSpPr>
      <p:grpSpPr>
        <a:xfrm>
          <a:off x="0" y="0"/>
          <a:ext cx="0" cy="0"/>
          <a:chOff x="0" y="0"/>
          <a:chExt cx="0" cy="0"/>
        </a:xfrm>
      </p:grpSpPr>
      <p:sp>
        <p:nvSpPr>
          <p:cNvPr id="225" name="Google Shape;225;p7"/>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 name="Google Shape;228;p7"/>
          <p:cNvGrpSpPr/>
          <p:nvPr/>
        </p:nvGrpSpPr>
        <p:grpSpPr>
          <a:xfrm>
            <a:off x="4380308" y="177933"/>
            <a:ext cx="201427" cy="210169"/>
            <a:chOff x="5143693" y="188357"/>
            <a:chExt cx="153843" cy="160520"/>
          </a:xfrm>
        </p:grpSpPr>
        <p:sp>
          <p:nvSpPr>
            <p:cNvPr id="229" name="Google Shape;229;p7"/>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 name="Google Shape;231;p7"/>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 name="Google Shape;232;p7"/>
          <p:cNvGrpSpPr/>
          <p:nvPr/>
        </p:nvGrpSpPr>
        <p:grpSpPr>
          <a:xfrm>
            <a:off x="3643773" y="202655"/>
            <a:ext cx="236409" cy="169294"/>
            <a:chOff x="3740546" y="215105"/>
            <a:chExt cx="180561" cy="129301"/>
          </a:xfrm>
        </p:grpSpPr>
        <p:sp>
          <p:nvSpPr>
            <p:cNvPr id="233" name="Google Shape;233;p7"/>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 name="Google Shape;236;p7"/>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 name="Google Shape;238;p7"/>
          <p:cNvGrpSpPr/>
          <p:nvPr/>
        </p:nvGrpSpPr>
        <p:grpSpPr>
          <a:xfrm>
            <a:off x="8192365" y="205607"/>
            <a:ext cx="236420" cy="186272"/>
            <a:chOff x="8118277" y="187250"/>
            <a:chExt cx="268293" cy="211384"/>
          </a:xfrm>
        </p:grpSpPr>
        <p:sp>
          <p:nvSpPr>
            <p:cNvPr id="239" name="Google Shape;239;p7"/>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 name="Google Shape;242;p7"/>
          <p:cNvGrpSpPr/>
          <p:nvPr/>
        </p:nvGrpSpPr>
        <p:grpSpPr>
          <a:xfrm>
            <a:off x="715106" y="172001"/>
            <a:ext cx="230574" cy="230597"/>
            <a:chOff x="1869495" y="230908"/>
            <a:chExt cx="117892" cy="117892"/>
          </a:xfrm>
        </p:grpSpPr>
        <p:sp>
          <p:nvSpPr>
            <p:cNvPr id="243" name="Google Shape;243;p7"/>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7"/>
          <p:cNvGrpSpPr/>
          <p:nvPr/>
        </p:nvGrpSpPr>
        <p:grpSpPr>
          <a:xfrm>
            <a:off x="715090" y="4722881"/>
            <a:ext cx="2227501" cy="308121"/>
            <a:chOff x="715090" y="4752256"/>
            <a:chExt cx="2227501" cy="308121"/>
          </a:xfrm>
        </p:grpSpPr>
        <p:sp>
          <p:nvSpPr>
            <p:cNvPr id="246" name="Google Shape;246;p7"/>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7"/>
            <p:cNvGrpSpPr/>
            <p:nvPr/>
          </p:nvGrpSpPr>
          <p:grpSpPr>
            <a:xfrm>
              <a:off x="2255186" y="4862963"/>
              <a:ext cx="97814" cy="86736"/>
              <a:chOff x="2255186" y="4862963"/>
              <a:chExt cx="97814" cy="86736"/>
            </a:xfrm>
          </p:grpSpPr>
          <p:sp>
            <p:nvSpPr>
              <p:cNvPr id="253" name="Google Shape;253;p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 name="Google Shape;254;p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55" name="Google Shape;255;p7"/>
            <p:cNvGrpSpPr/>
            <p:nvPr/>
          </p:nvGrpSpPr>
          <p:grpSpPr>
            <a:xfrm>
              <a:off x="1767461" y="4862963"/>
              <a:ext cx="122764" cy="86736"/>
              <a:chOff x="1779936" y="4862963"/>
              <a:chExt cx="122764" cy="86736"/>
            </a:xfrm>
          </p:grpSpPr>
          <p:grpSp>
            <p:nvGrpSpPr>
              <p:cNvPr id="256" name="Google Shape;256;p7"/>
              <p:cNvGrpSpPr/>
              <p:nvPr/>
            </p:nvGrpSpPr>
            <p:grpSpPr>
              <a:xfrm>
                <a:off x="1779936" y="4862963"/>
                <a:ext cx="97814" cy="86736"/>
                <a:chOff x="2255186" y="4862963"/>
                <a:chExt cx="97814" cy="86736"/>
              </a:xfrm>
            </p:grpSpPr>
            <p:sp>
              <p:nvSpPr>
                <p:cNvPr id="257" name="Google Shape;257;p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 name="Google Shape;258;p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259" name="Google Shape;259;p7"/>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60" name="Google Shape;260;p7"/>
            <p:cNvGrpSpPr/>
            <p:nvPr/>
          </p:nvGrpSpPr>
          <p:grpSpPr>
            <a:xfrm rot="10800000">
              <a:off x="1308161" y="4862963"/>
              <a:ext cx="97814" cy="86736"/>
              <a:chOff x="2255186" y="4862963"/>
              <a:chExt cx="97814" cy="86736"/>
            </a:xfrm>
          </p:grpSpPr>
          <p:sp>
            <p:nvSpPr>
              <p:cNvPr id="261" name="Google Shape;261;p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 name="Google Shape;262;p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263" name="Google Shape;263;p7"/>
            <p:cNvGrpSpPr/>
            <p:nvPr/>
          </p:nvGrpSpPr>
          <p:grpSpPr>
            <a:xfrm>
              <a:off x="810563" y="4862963"/>
              <a:ext cx="145800" cy="84300"/>
              <a:chOff x="786588" y="4862963"/>
              <a:chExt cx="145800" cy="84300"/>
            </a:xfrm>
          </p:grpSpPr>
          <p:sp>
            <p:nvSpPr>
              <p:cNvPr id="264" name="Google Shape;264;p7"/>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7"/>
            <p:cNvGrpSpPr/>
            <p:nvPr/>
          </p:nvGrpSpPr>
          <p:grpSpPr>
            <a:xfrm rot="10800000">
              <a:off x="2703113" y="4865400"/>
              <a:ext cx="145800" cy="84300"/>
              <a:chOff x="786588" y="4862963"/>
              <a:chExt cx="145800" cy="84300"/>
            </a:xfrm>
          </p:grpSpPr>
          <p:sp>
            <p:nvSpPr>
              <p:cNvPr id="267" name="Google Shape;267;p7"/>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7"/>
          <p:cNvSpPr txBox="1"/>
          <p:nvPr>
            <p:ph type="title"/>
          </p:nvPr>
        </p:nvSpPr>
        <p:spPr>
          <a:xfrm>
            <a:off x="720000" y="992200"/>
            <a:ext cx="7704000" cy="57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0" name="Google Shape;270;p7"/>
          <p:cNvSpPr txBox="1"/>
          <p:nvPr>
            <p:ph idx="1" type="body"/>
          </p:nvPr>
        </p:nvSpPr>
        <p:spPr>
          <a:xfrm>
            <a:off x="720000" y="1798625"/>
            <a:ext cx="4717500" cy="1951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1pPr>
            <a:lvl2pPr indent="-317500" lvl="1" marL="9144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2pPr>
            <a:lvl3pPr indent="-317500" lvl="2" marL="13716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3pPr>
            <a:lvl4pPr indent="-317500" lvl="3" marL="18288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4pPr>
            <a:lvl5pPr indent="-317500" lvl="4" marL="22860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5pPr>
            <a:lvl6pPr indent="-317500" lvl="5" marL="27432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6pPr>
            <a:lvl7pPr indent="-317500" lvl="6" marL="32004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7pPr>
            <a:lvl8pPr indent="-317500" lvl="7" marL="36576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8pPr>
            <a:lvl9pPr indent="-317500" lvl="8" marL="41148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9pPr>
          </a:lstStyle>
          <a:p/>
        </p:txBody>
      </p:sp>
      <p:grpSp>
        <p:nvGrpSpPr>
          <p:cNvPr id="271" name="Google Shape;271;p7"/>
          <p:cNvGrpSpPr/>
          <p:nvPr/>
        </p:nvGrpSpPr>
        <p:grpSpPr>
          <a:xfrm>
            <a:off x="6844854" y="4668587"/>
            <a:ext cx="1584035" cy="416703"/>
            <a:chOff x="6844854" y="4668587"/>
            <a:chExt cx="1584035" cy="416703"/>
          </a:xfrm>
        </p:grpSpPr>
        <p:sp>
          <p:nvSpPr>
            <p:cNvPr id="272" name="Google Shape;272;p7"/>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 name="Google Shape;273;p7"/>
            <p:cNvGrpSpPr/>
            <p:nvPr/>
          </p:nvGrpSpPr>
          <p:grpSpPr>
            <a:xfrm>
              <a:off x="8054048" y="4823050"/>
              <a:ext cx="138315" cy="107779"/>
              <a:chOff x="1900456" y="4780923"/>
              <a:chExt cx="138315" cy="107779"/>
            </a:xfrm>
          </p:grpSpPr>
          <p:sp>
            <p:nvSpPr>
              <p:cNvPr id="274" name="Google Shape;274;p7"/>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 name="Google Shape;275;p7"/>
              <p:cNvGrpSpPr/>
              <p:nvPr/>
            </p:nvGrpSpPr>
            <p:grpSpPr>
              <a:xfrm>
                <a:off x="1900456" y="4825827"/>
                <a:ext cx="138315" cy="62875"/>
                <a:chOff x="1900456" y="4825827"/>
                <a:chExt cx="138315" cy="62875"/>
              </a:xfrm>
            </p:grpSpPr>
            <p:sp>
              <p:nvSpPr>
                <p:cNvPr id="276" name="Google Shape;276;p7"/>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8" name="Google Shape;278;p7"/>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9" name="Shape 279"/>
        <p:cNvGrpSpPr/>
        <p:nvPr/>
      </p:nvGrpSpPr>
      <p:grpSpPr>
        <a:xfrm>
          <a:off x="0" y="0"/>
          <a:ext cx="0" cy="0"/>
          <a:chOff x="0" y="0"/>
          <a:chExt cx="0" cy="0"/>
        </a:xfrm>
      </p:grpSpPr>
      <p:sp>
        <p:nvSpPr>
          <p:cNvPr id="280" name="Google Shape;280;p8"/>
          <p:cNvSpPr txBox="1"/>
          <p:nvPr>
            <p:ph type="title"/>
          </p:nvPr>
        </p:nvSpPr>
        <p:spPr>
          <a:xfrm>
            <a:off x="1388100" y="1546400"/>
            <a:ext cx="6367800" cy="205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281" name="Google Shape;281;p8"/>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 name="Google Shape;284;p8"/>
          <p:cNvGrpSpPr/>
          <p:nvPr/>
        </p:nvGrpSpPr>
        <p:grpSpPr>
          <a:xfrm>
            <a:off x="4380308" y="177933"/>
            <a:ext cx="201427" cy="210169"/>
            <a:chOff x="5143693" y="188357"/>
            <a:chExt cx="153843" cy="160520"/>
          </a:xfrm>
        </p:grpSpPr>
        <p:sp>
          <p:nvSpPr>
            <p:cNvPr id="285" name="Google Shape;285;p8"/>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8"/>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8"/>
          <p:cNvGrpSpPr/>
          <p:nvPr/>
        </p:nvGrpSpPr>
        <p:grpSpPr>
          <a:xfrm>
            <a:off x="3643773" y="202655"/>
            <a:ext cx="236409" cy="169294"/>
            <a:chOff x="3740546" y="215105"/>
            <a:chExt cx="180561" cy="129301"/>
          </a:xfrm>
        </p:grpSpPr>
        <p:sp>
          <p:nvSpPr>
            <p:cNvPr id="289" name="Google Shape;289;p8"/>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8"/>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8"/>
          <p:cNvGrpSpPr/>
          <p:nvPr/>
        </p:nvGrpSpPr>
        <p:grpSpPr>
          <a:xfrm>
            <a:off x="8192365" y="205607"/>
            <a:ext cx="236420" cy="186272"/>
            <a:chOff x="8118277" y="187250"/>
            <a:chExt cx="268293" cy="211384"/>
          </a:xfrm>
        </p:grpSpPr>
        <p:sp>
          <p:nvSpPr>
            <p:cNvPr id="295" name="Google Shape;295;p8"/>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 name="Google Shape;298;p8"/>
          <p:cNvGrpSpPr/>
          <p:nvPr/>
        </p:nvGrpSpPr>
        <p:grpSpPr>
          <a:xfrm>
            <a:off x="715106" y="172001"/>
            <a:ext cx="230574" cy="230597"/>
            <a:chOff x="1869495" y="230908"/>
            <a:chExt cx="117892" cy="117892"/>
          </a:xfrm>
        </p:grpSpPr>
        <p:sp>
          <p:nvSpPr>
            <p:cNvPr id="299" name="Google Shape;299;p8"/>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 name="Google Shape;301;p8"/>
          <p:cNvGrpSpPr/>
          <p:nvPr/>
        </p:nvGrpSpPr>
        <p:grpSpPr>
          <a:xfrm>
            <a:off x="715090" y="4722881"/>
            <a:ext cx="2227501" cy="308121"/>
            <a:chOff x="715090" y="4752256"/>
            <a:chExt cx="2227501" cy="308121"/>
          </a:xfrm>
        </p:grpSpPr>
        <p:sp>
          <p:nvSpPr>
            <p:cNvPr id="302" name="Google Shape;302;p8"/>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 name="Google Shape;308;p8"/>
            <p:cNvGrpSpPr/>
            <p:nvPr/>
          </p:nvGrpSpPr>
          <p:grpSpPr>
            <a:xfrm>
              <a:off x="2255186" y="4862963"/>
              <a:ext cx="97814" cy="86736"/>
              <a:chOff x="2255186" y="4862963"/>
              <a:chExt cx="97814" cy="86736"/>
            </a:xfrm>
          </p:grpSpPr>
          <p:sp>
            <p:nvSpPr>
              <p:cNvPr id="309" name="Google Shape;309;p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0" name="Google Shape;310;p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11" name="Google Shape;311;p8"/>
            <p:cNvGrpSpPr/>
            <p:nvPr/>
          </p:nvGrpSpPr>
          <p:grpSpPr>
            <a:xfrm>
              <a:off x="1767461" y="4862963"/>
              <a:ext cx="122764" cy="86736"/>
              <a:chOff x="1779936" y="4862963"/>
              <a:chExt cx="122764" cy="86736"/>
            </a:xfrm>
          </p:grpSpPr>
          <p:grpSp>
            <p:nvGrpSpPr>
              <p:cNvPr id="312" name="Google Shape;312;p8"/>
              <p:cNvGrpSpPr/>
              <p:nvPr/>
            </p:nvGrpSpPr>
            <p:grpSpPr>
              <a:xfrm>
                <a:off x="1779936" y="4862963"/>
                <a:ext cx="97814" cy="86736"/>
                <a:chOff x="2255186" y="4862963"/>
                <a:chExt cx="97814" cy="86736"/>
              </a:xfrm>
            </p:grpSpPr>
            <p:sp>
              <p:nvSpPr>
                <p:cNvPr id="313" name="Google Shape;313;p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4" name="Google Shape;314;p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315" name="Google Shape;315;p8"/>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16" name="Google Shape;316;p8"/>
            <p:cNvGrpSpPr/>
            <p:nvPr/>
          </p:nvGrpSpPr>
          <p:grpSpPr>
            <a:xfrm rot="10800000">
              <a:off x="1308161" y="4862963"/>
              <a:ext cx="97814" cy="86736"/>
              <a:chOff x="2255186" y="4862963"/>
              <a:chExt cx="97814" cy="86736"/>
            </a:xfrm>
          </p:grpSpPr>
          <p:sp>
            <p:nvSpPr>
              <p:cNvPr id="317" name="Google Shape;317;p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19" name="Google Shape;319;p8"/>
            <p:cNvGrpSpPr/>
            <p:nvPr/>
          </p:nvGrpSpPr>
          <p:grpSpPr>
            <a:xfrm>
              <a:off x="810563" y="4862963"/>
              <a:ext cx="145800" cy="84300"/>
              <a:chOff x="786588" y="4862963"/>
              <a:chExt cx="145800" cy="84300"/>
            </a:xfrm>
          </p:grpSpPr>
          <p:sp>
            <p:nvSpPr>
              <p:cNvPr id="320" name="Google Shape;320;p8"/>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8"/>
            <p:cNvGrpSpPr/>
            <p:nvPr/>
          </p:nvGrpSpPr>
          <p:grpSpPr>
            <a:xfrm rot="10800000">
              <a:off x="2703113" y="4865400"/>
              <a:ext cx="145800" cy="84300"/>
              <a:chOff x="786588" y="4862963"/>
              <a:chExt cx="145800" cy="84300"/>
            </a:xfrm>
          </p:grpSpPr>
          <p:sp>
            <p:nvSpPr>
              <p:cNvPr id="323" name="Google Shape;323;p8"/>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5" name="Google Shape;325;p8"/>
          <p:cNvGrpSpPr/>
          <p:nvPr/>
        </p:nvGrpSpPr>
        <p:grpSpPr>
          <a:xfrm>
            <a:off x="6844854" y="4668587"/>
            <a:ext cx="1584035" cy="416703"/>
            <a:chOff x="6844854" y="4668587"/>
            <a:chExt cx="1584035" cy="416703"/>
          </a:xfrm>
        </p:grpSpPr>
        <p:sp>
          <p:nvSpPr>
            <p:cNvPr id="326" name="Google Shape;326;p8"/>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8"/>
            <p:cNvGrpSpPr/>
            <p:nvPr/>
          </p:nvGrpSpPr>
          <p:grpSpPr>
            <a:xfrm>
              <a:off x="8054048" y="4823050"/>
              <a:ext cx="138315" cy="107779"/>
              <a:chOff x="1900456" y="4780923"/>
              <a:chExt cx="138315" cy="107779"/>
            </a:xfrm>
          </p:grpSpPr>
          <p:sp>
            <p:nvSpPr>
              <p:cNvPr id="328" name="Google Shape;328;p8"/>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8"/>
              <p:cNvGrpSpPr/>
              <p:nvPr/>
            </p:nvGrpSpPr>
            <p:grpSpPr>
              <a:xfrm>
                <a:off x="1900456" y="4825827"/>
                <a:ext cx="138315" cy="62875"/>
                <a:chOff x="1900456" y="4825827"/>
                <a:chExt cx="138315" cy="62875"/>
              </a:xfrm>
            </p:grpSpPr>
            <p:sp>
              <p:nvSpPr>
                <p:cNvPr id="330" name="Google Shape;330;p8"/>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2" name="Google Shape;332;p8"/>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3" name="Shape 333"/>
        <p:cNvGrpSpPr/>
        <p:nvPr/>
      </p:nvGrpSpPr>
      <p:grpSpPr>
        <a:xfrm>
          <a:off x="0" y="0"/>
          <a:ext cx="0" cy="0"/>
          <a:chOff x="0" y="0"/>
          <a:chExt cx="0" cy="0"/>
        </a:xfrm>
      </p:grpSpPr>
      <p:sp>
        <p:nvSpPr>
          <p:cNvPr id="334" name="Google Shape;334;p9"/>
          <p:cNvSpPr txBox="1"/>
          <p:nvPr>
            <p:ph type="title"/>
          </p:nvPr>
        </p:nvSpPr>
        <p:spPr>
          <a:xfrm>
            <a:off x="715100" y="1080200"/>
            <a:ext cx="3474300" cy="16575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35" name="Google Shape;335;p9"/>
          <p:cNvSpPr txBox="1"/>
          <p:nvPr>
            <p:ph idx="1" type="subTitle"/>
          </p:nvPr>
        </p:nvSpPr>
        <p:spPr>
          <a:xfrm>
            <a:off x="720000" y="2818675"/>
            <a:ext cx="3474300" cy="119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solidFill>
                  <a:schemeClr val="dk2"/>
                </a:solidFill>
              </a:defRPr>
            </a:lvl1pPr>
            <a:lvl2pPr lvl="1" rtl="0" algn="ctr">
              <a:lnSpc>
                <a:spcPct val="100000"/>
              </a:lnSpc>
              <a:spcBef>
                <a:spcPts val="160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6" name="Shape 336"/>
        <p:cNvGrpSpPr/>
        <p:nvPr/>
      </p:nvGrpSpPr>
      <p:grpSpPr>
        <a:xfrm>
          <a:off x="0" y="0"/>
          <a:ext cx="0" cy="0"/>
          <a:chOff x="0" y="0"/>
          <a:chExt cx="0" cy="0"/>
        </a:xfrm>
      </p:grpSpPr>
      <p:sp>
        <p:nvSpPr>
          <p:cNvPr id="337" name="Google Shape;337;p10"/>
          <p:cNvSpPr txBox="1"/>
          <p:nvPr>
            <p:ph type="title"/>
          </p:nvPr>
        </p:nvSpPr>
        <p:spPr>
          <a:xfrm>
            <a:off x="720000" y="398425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dk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8" name="Shape 338"/>
        <p:cNvGrpSpPr/>
        <p:nvPr/>
      </p:nvGrpSpPr>
      <p:grpSpPr>
        <a:xfrm>
          <a:off x="0" y="0"/>
          <a:ext cx="0" cy="0"/>
          <a:chOff x="0" y="0"/>
          <a:chExt cx="0" cy="0"/>
        </a:xfrm>
      </p:grpSpPr>
      <p:sp>
        <p:nvSpPr>
          <p:cNvPr id="339" name="Google Shape;339;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40" name="Google Shape;340;p11"/>
          <p:cNvSpPr txBox="1"/>
          <p:nvPr>
            <p:ph idx="1" type="subTitle"/>
          </p:nvPr>
        </p:nvSpPr>
        <p:spPr>
          <a:xfrm>
            <a:off x="1284000" y="3289250"/>
            <a:ext cx="6576000" cy="5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341" name="Google Shape;341;p11"/>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 name="Google Shape;344;p11"/>
          <p:cNvGrpSpPr/>
          <p:nvPr/>
        </p:nvGrpSpPr>
        <p:grpSpPr>
          <a:xfrm>
            <a:off x="4380308" y="177933"/>
            <a:ext cx="201427" cy="210169"/>
            <a:chOff x="5143693" y="188357"/>
            <a:chExt cx="153843" cy="160520"/>
          </a:xfrm>
        </p:grpSpPr>
        <p:sp>
          <p:nvSpPr>
            <p:cNvPr id="345" name="Google Shape;345;p11"/>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11"/>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 name="Google Shape;348;p11"/>
          <p:cNvGrpSpPr/>
          <p:nvPr/>
        </p:nvGrpSpPr>
        <p:grpSpPr>
          <a:xfrm>
            <a:off x="3643773" y="202655"/>
            <a:ext cx="236409" cy="169294"/>
            <a:chOff x="3740546" y="215105"/>
            <a:chExt cx="180561" cy="129301"/>
          </a:xfrm>
        </p:grpSpPr>
        <p:sp>
          <p:nvSpPr>
            <p:cNvPr id="349" name="Google Shape;349;p11"/>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 name="Google Shape;352;p11"/>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11"/>
          <p:cNvGrpSpPr/>
          <p:nvPr/>
        </p:nvGrpSpPr>
        <p:grpSpPr>
          <a:xfrm>
            <a:off x="8192365" y="205607"/>
            <a:ext cx="236420" cy="186272"/>
            <a:chOff x="8118277" y="187250"/>
            <a:chExt cx="268293" cy="211384"/>
          </a:xfrm>
        </p:grpSpPr>
        <p:sp>
          <p:nvSpPr>
            <p:cNvPr id="355" name="Google Shape;355;p11"/>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11"/>
          <p:cNvGrpSpPr/>
          <p:nvPr/>
        </p:nvGrpSpPr>
        <p:grpSpPr>
          <a:xfrm>
            <a:off x="715106" y="172001"/>
            <a:ext cx="230574" cy="230597"/>
            <a:chOff x="1869495" y="230908"/>
            <a:chExt cx="117892" cy="117892"/>
          </a:xfrm>
        </p:grpSpPr>
        <p:sp>
          <p:nvSpPr>
            <p:cNvPr id="359" name="Google Shape;359;p11"/>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11"/>
          <p:cNvGrpSpPr/>
          <p:nvPr/>
        </p:nvGrpSpPr>
        <p:grpSpPr>
          <a:xfrm>
            <a:off x="715090" y="4722881"/>
            <a:ext cx="2227501" cy="308121"/>
            <a:chOff x="715090" y="4752256"/>
            <a:chExt cx="2227501" cy="308121"/>
          </a:xfrm>
        </p:grpSpPr>
        <p:sp>
          <p:nvSpPr>
            <p:cNvPr id="362" name="Google Shape;362;p11"/>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11"/>
            <p:cNvGrpSpPr/>
            <p:nvPr/>
          </p:nvGrpSpPr>
          <p:grpSpPr>
            <a:xfrm>
              <a:off x="2255186" y="4862963"/>
              <a:ext cx="97814" cy="86736"/>
              <a:chOff x="2255186" y="4862963"/>
              <a:chExt cx="97814" cy="86736"/>
            </a:xfrm>
          </p:grpSpPr>
          <p:sp>
            <p:nvSpPr>
              <p:cNvPr id="369" name="Google Shape;369;p1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0" name="Google Shape;370;p1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71" name="Google Shape;371;p11"/>
            <p:cNvGrpSpPr/>
            <p:nvPr/>
          </p:nvGrpSpPr>
          <p:grpSpPr>
            <a:xfrm>
              <a:off x="1767461" y="4862963"/>
              <a:ext cx="122764" cy="86736"/>
              <a:chOff x="1779936" y="4862963"/>
              <a:chExt cx="122764" cy="86736"/>
            </a:xfrm>
          </p:grpSpPr>
          <p:grpSp>
            <p:nvGrpSpPr>
              <p:cNvPr id="372" name="Google Shape;372;p11"/>
              <p:cNvGrpSpPr/>
              <p:nvPr/>
            </p:nvGrpSpPr>
            <p:grpSpPr>
              <a:xfrm>
                <a:off x="1779936" y="4862963"/>
                <a:ext cx="97814" cy="86736"/>
                <a:chOff x="2255186" y="4862963"/>
                <a:chExt cx="97814" cy="86736"/>
              </a:xfrm>
            </p:grpSpPr>
            <p:sp>
              <p:nvSpPr>
                <p:cNvPr id="373" name="Google Shape;373;p1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4" name="Google Shape;374;p1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375" name="Google Shape;375;p11"/>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76" name="Google Shape;376;p11"/>
            <p:cNvGrpSpPr/>
            <p:nvPr/>
          </p:nvGrpSpPr>
          <p:grpSpPr>
            <a:xfrm rot="10800000">
              <a:off x="1308161" y="4862963"/>
              <a:ext cx="97814" cy="86736"/>
              <a:chOff x="2255186" y="4862963"/>
              <a:chExt cx="97814" cy="86736"/>
            </a:xfrm>
          </p:grpSpPr>
          <p:sp>
            <p:nvSpPr>
              <p:cNvPr id="377" name="Google Shape;377;p1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8" name="Google Shape;378;p1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379" name="Google Shape;379;p11"/>
            <p:cNvGrpSpPr/>
            <p:nvPr/>
          </p:nvGrpSpPr>
          <p:grpSpPr>
            <a:xfrm>
              <a:off x="810563" y="4862963"/>
              <a:ext cx="145800" cy="84300"/>
              <a:chOff x="786588" y="4862963"/>
              <a:chExt cx="145800" cy="84300"/>
            </a:xfrm>
          </p:grpSpPr>
          <p:sp>
            <p:nvSpPr>
              <p:cNvPr id="380" name="Google Shape;380;p11"/>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11"/>
            <p:cNvGrpSpPr/>
            <p:nvPr/>
          </p:nvGrpSpPr>
          <p:grpSpPr>
            <a:xfrm rot="10800000">
              <a:off x="2703113" y="4865400"/>
              <a:ext cx="145800" cy="84300"/>
              <a:chOff x="786588" y="4862963"/>
              <a:chExt cx="145800" cy="84300"/>
            </a:xfrm>
          </p:grpSpPr>
          <p:sp>
            <p:nvSpPr>
              <p:cNvPr id="383" name="Google Shape;383;p11"/>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 name="Google Shape;385;p11"/>
          <p:cNvGrpSpPr/>
          <p:nvPr/>
        </p:nvGrpSpPr>
        <p:grpSpPr>
          <a:xfrm>
            <a:off x="6844854" y="4668587"/>
            <a:ext cx="1584035" cy="416703"/>
            <a:chOff x="6844854" y="4668587"/>
            <a:chExt cx="1584035" cy="416703"/>
          </a:xfrm>
        </p:grpSpPr>
        <p:sp>
          <p:nvSpPr>
            <p:cNvPr id="386" name="Google Shape;386;p11"/>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 name="Google Shape;387;p11"/>
            <p:cNvGrpSpPr/>
            <p:nvPr/>
          </p:nvGrpSpPr>
          <p:grpSpPr>
            <a:xfrm>
              <a:off x="8054048" y="4823050"/>
              <a:ext cx="138315" cy="107779"/>
              <a:chOff x="1900456" y="4780923"/>
              <a:chExt cx="138315" cy="107779"/>
            </a:xfrm>
          </p:grpSpPr>
          <p:sp>
            <p:nvSpPr>
              <p:cNvPr id="388" name="Google Shape;388;p11"/>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 name="Google Shape;389;p11"/>
              <p:cNvGrpSpPr/>
              <p:nvPr/>
            </p:nvGrpSpPr>
            <p:grpSpPr>
              <a:xfrm>
                <a:off x="1900456" y="4825827"/>
                <a:ext cx="138315" cy="62875"/>
                <a:chOff x="1900456" y="4825827"/>
                <a:chExt cx="138315" cy="62875"/>
              </a:xfrm>
            </p:grpSpPr>
            <p:sp>
              <p:nvSpPr>
                <p:cNvPr id="390" name="Google Shape;390;p11"/>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2" name="Google Shape;392;p11"/>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393" name="Shape 3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94" name="Shape 394"/>
        <p:cNvGrpSpPr/>
        <p:nvPr/>
      </p:nvGrpSpPr>
      <p:grpSpPr>
        <a:xfrm>
          <a:off x="0" y="0"/>
          <a:ext cx="0" cy="0"/>
          <a:chOff x="0" y="0"/>
          <a:chExt cx="0" cy="0"/>
        </a:xfrm>
      </p:grpSpPr>
      <p:sp>
        <p:nvSpPr>
          <p:cNvPr id="395" name="Google Shape;395;p13"/>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3"/>
          <p:cNvSpPr txBox="1"/>
          <p:nvPr>
            <p:ph type="title"/>
          </p:nvPr>
        </p:nvSpPr>
        <p:spPr>
          <a:xfrm>
            <a:off x="720000" y="535000"/>
            <a:ext cx="68511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8" name="Google Shape;398;p13"/>
          <p:cNvSpPr txBox="1"/>
          <p:nvPr>
            <p:ph hasCustomPrompt="1" idx="2" type="title"/>
          </p:nvPr>
        </p:nvSpPr>
        <p:spPr>
          <a:xfrm>
            <a:off x="715100" y="1279200"/>
            <a:ext cx="841200" cy="33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9" name="Google Shape;399;p13"/>
          <p:cNvSpPr txBox="1"/>
          <p:nvPr>
            <p:ph idx="1" type="subTitle"/>
          </p:nvPr>
        </p:nvSpPr>
        <p:spPr>
          <a:xfrm>
            <a:off x="715100" y="2182886"/>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00" name="Google Shape;400;p13"/>
          <p:cNvSpPr txBox="1"/>
          <p:nvPr>
            <p:ph hasCustomPrompt="1" idx="3" type="title"/>
          </p:nvPr>
        </p:nvSpPr>
        <p:spPr>
          <a:xfrm>
            <a:off x="3407013" y="1253075"/>
            <a:ext cx="836700" cy="334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1" name="Google Shape;401;p13"/>
          <p:cNvSpPr txBox="1"/>
          <p:nvPr>
            <p:ph idx="4" type="subTitle"/>
          </p:nvPr>
        </p:nvSpPr>
        <p:spPr>
          <a:xfrm>
            <a:off x="3403800" y="2182886"/>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02" name="Google Shape;402;p13"/>
          <p:cNvSpPr txBox="1"/>
          <p:nvPr>
            <p:ph hasCustomPrompt="1" idx="5" type="title"/>
          </p:nvPr>
        </p:nvSpPr>
        <p:spPr>
          <a:xfrm>
            <a:off x="6094037" y="1279200"/>
            <a:ext cx="836700" cy="334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3" name="Google Shape;403;p13"/>
          <p:cNvSpPr txBox="1"/>
          <p:nvPr>
            <p:ph idx="6" type="subTitle"/>
          </p:nvPr>
        </p:nvSpPr>
        <p:spPr>
          <a:xfrm>
            <a:off x="6094037" y="2182886"/>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04" name="Google Shape;404;p13"/>
          <p:cNvSpPr txBox="1"/>
          <p:nvPr>
            <p:ph idx="7" type="subTitle"/>
          </p:nvPr>
        </p:nvSpPr>
        <p:spPr>
          <a:xfrm>
            <a:off x="715100" y="1732638"/>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5" name="Google Shape;405;p13"/>
          <p:cNvSpPr txBox="1"/>
          <p:nvPr>
            <p:ph idx="8" type="subTitle"/>
          </p:nvPr>
        </p:nvSpPr>
        <p:spPr>
          <a:xfrm>
            <a:off x="3403800" y="1732638"/>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6" name="Google Shape;406;p13"/>
          <p:cNvSpPr txBox="1"/>
          <p:nvPr>
            <p:ph idx="9" type="subTitle"/>
          </p:nvPr>
        </p:nvSpPr>
        <p:spPr>
          <a:xfrm>
            <a:off x="6094037" y="1732638"/>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7" name="Google Shape;407;p13"/>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 name="Google Shape;408;p13"/>
          <p:cNvGrpSpPr/>
          <p:nvPr/>
        </p:nvGrpSpPr>
        <p:grpSpPr>
          <a:xfrm>
            <a:off x="4380308" y="177933"/>
            <a:ext cx="201427" cy="210169"/>
            <a:chOff x="5143693" y="188357"/>
            <a:chExt cx="153843" cy="160520"/>
          </a:xfrm>
        </p:grpSpPr>
        <p:sp>
          <p:nvSpPr>
            <p:cNvPr id="409" name="Google Shape;409;p13"/>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1" name="Google Shape;411;p13"/>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 name="Google Shape;412;p13"/>
          <p:cNvGrpSpPr/>
          <p:nvPr/>
        </p:nvGrpSpPr>
        <p:grpSpPr>
          <a:xfrm>
            <a:off x="3643773" y="202655"/>
            <a:ext cx="236409" cy="169294"/>
            <a:chOff x="3740546" y="215105"/>
            <a:chExt cx="180561" cy="129301"/>
          </a:xfrm>
        </p:grpSpPr>
        <p:sp>
          <p:nvSpPr>
            <p:cNvPr id="413" name="Google Shape;413;p13"/>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13"/>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3"/>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 name="Google Shape;418;p13"/>
          <p:cNvGrpSpPr/>
          <p:nvPr/>
        </p:nvGrpSpPr>
        <p:grpSpPr>
          <a:xfrm>
            <a:off x="8192365" y="205607"/>
            <a:ext cx="236420" cy="186272"/>
            <a:chOff x="8118277" y="187250"/>
            <a:chExt cx="268293" cy="211384"/>
          </a:xfrm>
        </p:grpSpPr>
        <p:sp>
          <p:nvSpPr>
            <p:cNvPr id="419" name="Google Shape;419;p13"/>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3"/>
          <p:cNvGrpSpPr/>
          <p:nvPr/>
        </p:nvGrpSpPr>
        <p:grpSpPr>
          <a:xfrm>
            <a:off x="715106" y="172001"/>
            <a:ext cx="230574" cy="230597"/>
            <a:chOff x="1869495" y="230908"/>
            <a:chExt cx="117892" cy="117892"/>
          </a:xfrm>
        </p:grpSpPr>
        <p:sp>
          <p:nvSpPr>
            <p:cNvPr id="423" name="Google Shape;423;p13"/>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 name="Google Shape;425;p13"/>
          <p:cNvGrpSpPr/>
          <p:nvPr/>
        </p:nvGrpSpPr>
        <p:grpSpPr>
          <a:xfrm>
            <a:off x="715090" y="4722881"/>
            <a:ext cx="2227501" cy="308121"/>
            <a:chOff x="715090" y="4752256"/>
            <a:chExt cx="2227501" cy="308121"/>
          </a:xfrm>
        </p:grpSpPr>
        <p:sp>
          <p:nvSpPr>
            <p:cNvPr id="426" name="Google Shape;426;p13"/>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2" name="Google Shape;432;p13"/>
            <p:cNvGrpSpPr/>
            <p:nvPr/>
          </p:nvGrpSpPr>
          <p:grpSpPr>
            <a:xfrm>
              <a:off x="2255186" y="4862963"/>
              <a:ext cx="97814" cy="86736"/>
              <a:chOff x="2255186" y="4862963"/>
              <a:chExt cx="97814" cy="86736"/>
            </a:xfrm>
          </p:grpSpPr>
          <p:sp>
            <p:nvSpPr>
              <p:cNvPr id="433" name="Google Shape;433;p1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4" name="Google Shape;434;p1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435" name="Google Shape;435;p13"/>
            <p:cNvGrpSpPr/>
            <p:nvPr/>
          </p:nvGrpSpPr>
          <p:grpSpPr>
            <a:xfrm>
              <a:off x="1767461" y="4862963"/>
              <a:ext cx="122764" cy="86736"/>
              <a:chOff x="1779936" y="4862963"/>
              <a:chExt cx="122764" cy="86736"/>
            </a:xfrm>
          </p:grpSpPr>
          <p:grpSp>
            <p:nvGrpSpPr>
              <p:cNvPr id="436" name="Google Shape;436;p13"/>
              <p:cNvGrpSpPr/>
              <p:nvPr/>
            </p:nvGrpSpPr>
            <p:grpSpPr>
              <a:xfrm>
                <a:off x="1779936" y="4862963"/>
                <a:ext cx="97814" cy="86736"/>
                <a:chOff x="2255186" y="4862963"/>
                <a:chExt cx="97814" cy="86736"/>
              </a:xfrm>
            </p:grpSpPr>
            <p:sp>
              <p:nvSpPr>
                <p:cNvPr id="437" name="Google Shape;437;p1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8" name="Google Shape;438;p1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439" name="Google Shape;439;p13"/>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440" name="Google Shape;440;p13"/>
            <p:cNvGrpSpPr/>
            <p:nvPr/>
          </p:nvGrpSpPr>
          <p:grpSpPr>
            <a:xfrm rot="10800000">
              <a:off x="1308161" y="4862963"/>
              <a:ext cx="97814" cy="86736"/>
              <a:chOff x="2255186" y="4862963"/>
              <a:chExt cx="97814" cy="86736"/>
            </a:xfrm>
          </p:grpSpPr>
          <p:sp>
            <p:nvSpPr>
              <p:cNvPr id="441" name="Google Shape;441;p1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 name="Google Shape;442;p1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443" name="Google Shape;443;p13"/>
            <p:cNvGrpSpPr/>
            <p:nvPr/>
          </p:nvGrpSpPr>
          <p:grpSpPr>
            <a:xfrm>
              <a:off x="810563" y="4862963"/>
              <a:ext cx="145800" cy="84300"/>
              <a:chOff x="786588" y="4862963"/>
              <a:chExt cx="145800" cy="84300"/>
            </a:xfrm>
          </p:grpSpPr>
          <p:sp>
            <p:nvSpPr>
              <p:cNvPr id="444" name="Google Shape;444;p13"/>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13"/>
            <p:cNvGrpSpPr/>
            <p:nvPr/>
          </p:nvGrpSpPr>
          <p:grpSpPr>
            <a:xfrm rot="10800000">
              <a:off x="2703113" y="4865400"/>
              <a:ext cx="145800" cy="84300"/>
              <a:chOff x="786588" y="4862963"/>
              <a:chExt cx="145800" cy="84300"/>
            </a:xfrm>
          </p:grpSpPr>
          <p:sp>
            <p:nvSpPr>
              <p:cNvPr id="447" name="Google Shape;447;p13"/>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9" name="Google Shape;449;p13"/>
          <p:cNvSpPr txBox="1"/>
          <p:nvPr>
            <p:ph hasCustomPrompt="1" idx="13" type="title"/>
          </p:nvPr>
        </p:nvSpPr>
        <p:spPr>
          <a:xfrm>
            <a:off x="715100" y="3001063"/>
            <a:ext cx="841200" cy="33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13"/>
          <p:cNvSpPr txBox="1"/>
          <p:nvPr>
            <p:ph idx="14" type="subTitle"/>
          </p:nvPr>
        </p:nvSpPr>
        <p:spPr>
          <a:xfrm>
            <a:off x="715100" y="3904748"/>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51" name="Google Shape;451;p13"/>
          <p:cNvSpPr txBox="1"/>
          <p:nvPr>
            <p:ph hasCustomPrompt="1" idx="15" type="title"/>
          </p:nvPr>
        </p:nvSpPr>
        <p:spPr>
          <a:xfrm>
            <a:off x="3403800" y="3001013"/>
            <a:ext cx="836700" cy="334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13"/>
          <p:cNvSpPr txBox="1"/>
          <p:nvPr>
            <p:ph idx="16" type="subTitle"/>
          </p:nvPr>
        </p:nvSpPr>
        <p:spPr>
          <a:xfrm>
            <a:off x="3403800" y="3904748"/>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53" name="Google Shape;453;p13"/>
          <p:cNvSpPr txBox="1"/>
          <p:nvPr>
            <p:ph hasCustomPrompt="1" idx="17" type="title"/>
          </p:nvPr>
        </p:nvSpPr>
        <p:spPr>
          <a:xfrm>
            <a:off x="6094037" y="3001063"/>
            <a:ext cx="836700" cy="334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4" name="Google Shape;454;p13"/>
          <p:cNvSpPr txBox="1"/>
          <p:nvPr>
            <p:ph idx="18" type="subTitle"/>
          </p:nvPr>
        </p:nvSpPr>
        <p:spPr>
          <a:xfrm>
            <a:off x="6094037" y="3904748"/>
            <a:ext cx="23364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55" name="Google Shape;455;p13"/>
          <p:cNvSpPr txBox="1"/>
          <p:nvPr>
            <p:ph idx="19" type="subTitle"/>
          </p:nvPr>
        </p:nvSpPr>
        <p:spPr>
          <a:xfrm>
            <a:off x="715100" y="3454500"/>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6" name="Google Shape;456;p13"/>
          <p:cNvSpPr txBox="1"/>
          <p:nvPr>
            <p:ph idx="20" type="subTitle"/>
          </p:nvPr>
        </p:nvSpPr>
        <p:spPr>
          <a:xfrm>
            <a:off x="3403800" y="3454500"/>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7" name="Google Shape;457;p13"/>
          <p:cNvSpPr txBox="1"/>
          <p:nvPr>
            <p:ph idx="21" type="subTitle"/>
          </p:nvPr>
        </p:nvSpPr>
        <p:spPr>
          <a:xfrm>
            <a:off x="6094037" y="3454500"/>
            <a:ext cx="2336400" cy="44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458" name="Google Shape;458;p13"/>
          <p:cNvGrpSpPr/>
          <p:nvPr/>
        </p:nvGrpSpPr>
        <p:grpSpPr>
          <a:xfrm>
            <a:off x="6844854" y="4668587"/>
            <a:ext cx="1584035" cy="416703"/>
            <a:chOff x="6844854" y="4668587"/>
            <a:chExt cx="1584035" cy="416703"/>
          </a:xfrm>
        </p:grpSpPr>
        <p:sp>
          <p:nvSpPr>
            <p:cNvPr id="459" name="Google Shape;459;p13"/>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 name="Google Shape;460;p13"/>
            <p:cNvGrpSpPr/>
            <p:nvPr/>
          </p:nvGrpSpPr>
          <p:grpSpPr>
            <a:xfrm>
              <a:off x="8054048" y="4823050"/>
              <a:ext cx="138315" cy="107779"/>
              <a:chOff x="1900456" y="4780923"/>
              <a:chExt cx="138315" cy="107779"/>
            </a:xfrm>
          </p:grpSpPr>
          <p:sp>
            <p:nvSpPr>
              <p:cNvPr id="461" name="Google Shape;461;p13"/>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13"/>
              <p:cNvGrpSpPr/>
              <p:nvPr/>
            </p:nvGrpSpPr>
            <p:grpSpPr>
              <a:xfrm>
                <a:off x="1900456" y="4825827"/>
                <a:ext cx="138315" cy="62875"/>
                <a:chOff x="1900456" y="4825827"/>
                <a:chExt cx="138315" cy="62875"/>
              </a:xfrm>
            </p:grpSpPr>
            <p:sp>
              <p:nvSpPr>
                <p:cNvPr id="463" name="Google Shape;463;p13"/>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5" name="Google Shape;465;p13"/>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2">
    <p:spTree>
      <p:nvGrpSpPr>
        <p:cNvPr id="466" name="Shape 466"/>
        <p:cNvGrpSpPr/>
        <p:nvPr/>
      </p:nvGrpSpPr>
      <p:grpSpPr>
        <a:xfrm>
          <a:off x="0" y="0"/>
          <a:ext cx="0" cy="0"/>
          <a:chOff x="0" y="0"/>
          <a:chExt cx="0" cy="0"/>
        </a:xfrm>
      </p:grpSpPr>
      <p:sp>
        <p:nvSpPr>
          <p:cNvPr id="467" name="Google Shape;467;p14"/>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70" name="Google Shape;470;p14"/>
          <p:cNvSpPr txBox="1"/>
          <p:nvPr>
            <p:ph idx="1" type="subTitle"/>
          </p:nvPr>
        </p:nvSpPr>
        <p:spPr>
          <a:xfrm>
            <a:off x="796200" y="21828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1" name="Google Shape;471;p14"/>
          <p:cNvSpPr txBox="1"/>
          <p:nvPr>
            <p:ph idx="2" type="subTitle"/>
          </p:nvPr>
        </p:nvSpPr>
        <p:spPr>
          <a:xfrm>
            <a:off x="3403800" y="21828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2" name="Google Shape;472;p14"/>
          <p:cNvSpPr txBox="1"/>
          <p:nvPr>
            <p:ph idx="3" type="subTitle"/>
          </p:nvPr>
        </p:nvSpPr>
        <p:spPr>
          <a:xfrm>
            <a:off x="6011400" y="2182872"/>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3" name="Google Shape;473;p14"/>
          <p:cNvSpPr txBox="1"/>
          <p:nvPr>
            <p:ph idx="4" type="subTitle"/>
          </p:nvPr>
        </p:nvSpPr>
        <p:spPr>
          <a:xfrm>
            <a:off x="796200" y="3970125"/>
            <a:ext cx="2336400" cy="57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4" name="Google Shape;474;p14"/>
          <p:cNvSpPr txBox="1"/>
          <p:nvPr>
            <p:ph idx="5" type="subTitle"/>
          </p:nvPr>
        </p:nvSpPr>
        <p:spPr>
          <a:xfrm>
            <a:off x="3403800" y="3970125"/>
            <a:ext cx="2336400" cy="57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5" name="Google Shape;475;p14"/>
          <p:cNvSpPr txBox="1"/>
          <p:nvPr>
            <p:ph idx="6" type="subTitle"/>
          </p:nvPr>
        </p:nvSpPr>
        <p:spPr>
          <a:xfrm>
            <a:off x="6011400" y="3970086"/>
            <a:ext cx="2336400" cy="57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76" name="Google Shape;476;p14"/>
          <p:cNvSpPr txBox="1"/>
          <p:nvPr>
            <p:ph idx="7" type="subTitle"/>
          </p:nvPr>
        </p:nvSpPr>
        <p:spPr>
          <a:xfrm>
            <a:off x="791300" y="1515600"/>
            <a:ext cx="23364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7" name="Google Shape;477;p14"/>
          <p:cNvSpPr txBox="1"/>
          <p:nvPr>
            <p:ph idx="8" type="subTitle"/>
          </p:nvPr>
        </p:nvSpPr>
        <p:spPr>
          <a:xfrm>
            <a:off x="3403800" y="1515600"/>
            <a:ext cx="23364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8" name="Google Shape;478;p14"/>
          <p:cNvSpPr txBox="1"/>
          <p:nvPr>
            <p:ph idx="9" type="subTitle"/>
          </p:nvPr>
        </p:nvSpPr>
        <p:spPr>
          <a:xfrm>
            <a:off x="6016300" y="1515600"/>
            <a:ext cx="23364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9" name="Google Shape;479;p14"/>
          <p:cNvSpPr txBox="1"/>
          <p:nvPr>
            <p:ph idx="13" type="subTitle"/>
          </p:nvPr>
        </p:nvSpPr>
        <p:spPr>
          <a:xfrm>
            <a:off x="791300" y="3304050"/>
            <a:ext cx="2336400" cy="5775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0" name="Google Shape;480;p14"/>
          <p:cNvSpPr txBox="1"/>
          <p:nvPr>
            <p:ph idx="14" type="subTitle"/>
          </p:nvPr>
        </p:nvSpPr>
        <p:spPr>
          <a:xfrm>
            <a:off x="3403650" y="3304050"/>
            <a:ext cx="2336400" cy="5775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1" name="Google Shape;481;p14"/>
          <p:cNvSpPr txBox="1"/>
          <p:nvPr>
            <p:ph idx="15" type="subTitle"/>
          </p:nvPr>
        </p:nvSpPr>
        <p:spPr>
          <a:xfrm>
            <a:off x="6011400" y="3304000"/>
            <a:ext cx="2336400" cy="5775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2" name="Google Shape;482;p14"/>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3" name="Google Shape;483;p14"/>
          <p:cNvGrpSpPr/>
          <p:nvPr/>
        </p:nvGrpSpPr>
        <p:grpSpPr>
          <a:xfrm>
            <a:off x="4380308" y="177933"/>
            <a:ext cx="201427" cy="210169"/>
            <a:chOff x="5143693" y="188357"/>
            <a:chExt cx="153843" cy="160520"/>
          </a:xfrm>
        </p:grpSpPr>
        <p:sp>
          <p:nvSpPr>
            <p:cNvPr id="484" name="Google Shape;484;p14"/>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4"/>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14"/>
          <p:cNvGrpSpPr/>
          <p:nvPr/>
        </p:nvGrpSpPr>
        <p:grpSpPr>
          <a:xfrm>
            <a:off x="3643773" y="202655"/>
            <a:ext cx="236409" cy="169294"/>
            <a:chOff x="3740546" y="215105"/>
            <a:chExt cx="180561" cy="129301"/>
          </a:xfrm>
        </p:grpSpPr>
        <p:sp>
          <p:nvSpPr>
            <p:cNvPr id="488" name="Google Shape;488;p14"/>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14"/>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14"/>
          <p:cNvGrpSpPr/>
          <p:nvPr/>
        </p:nvGrpSpPr>
        <p:grpSpPr>
          <a:xfrm>
            <a:off x="8192365" y="205607"/>
            <a:ext cx="236420" cy="186272"/>
            <a:chOff x="8118277" y="187250"/>
            <a:chExt cx="268293" cy="211384"/>
          </a:xfrm>
        </p:grpSpPr>
        <p:sp>
          <p:nvSpPr>
            <p:cNvPr id="494" name="Google Shape;494;p14"/>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4"/>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14"/>
          <p:cNvGrpSpPr/>
          <p:nvPr/>
        </p:nvGrpSpPr>
        <p:grpSpPr>
          <a:xfrm>
            <a:off x="715106" y="172001"/>
            <a:ext cx="230574" cy="230597"/>
            <a:chOff x="1869495" y="230908"/>
            <a:chExt cx="117892" cy="117892"/>
          </a:xfrm>
        </p:grpSpPr>
        <p:sp>
          <p:nvSpPr>
            <p:cNvPr id="498" name="Google Shape;498;p14"/>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14"/>
          <p:cNvGrpSpPr/>
          <p:nvPr/>
        </p:nvGrpSpPr>
        <p:grpSpPr>
          <a:xfrm>
            <a:off x="715090" y="4722881"/>
            <a:ext cx="2227501" cy="308121"/>
            <a:chOff x="715090" y="4752256"/>
            <a:chExt cx="2227501" cy="308121"/>
          </a:xfrm>
        </p:grpSpPr>
        <p:sp>
          <p:nvSpPr>
            <p:cNvPr id="501" name="Google Shape;501;p14"/>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4"/>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4"/>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 name="Google Shape;507;p14"/>
            <p:cNvGrpSpPr/>
            <p:nvPr/>
          </p:nvGrpSpPr>
          <p:grpSpPr>
            <a:xfrm>
              <a:off x="2255186" y="4862963"/>
              <a:ext cx="97814" cy="86736"/>
              <a:chOff x="2255186" y="4862963"/>
              <a:chExt cx="97814" cy="86736"/>
            </a:xfrm>
          </p:grpSpPr>
          <p:sp>
            <p:nvSpPr>
              <p:cNvPr id="508" name="Google Shape;508;p1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9" name="Google Shape;509;p1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10" name="Google Shape;510;p14"/>
            <p:cNvGrpSpPr/>
            <p:nvPr/>
          </p:nvGrpSpPr>
          <p:grpSpPr>
            <a:xfrm>
              <a:off x="1767461" y="4862963"/>
              <a:ext cx="122764" cy="86736"/>
              <a:chOff x="1779936" y="4862963"/>
              <a:chExt cx="122764" cy="86736"/>
            </a:xfrm>
          </p:grpSpPr>
          <p:grpSp>
            <p:nvGrpSpPr>
              <p:cNvPr id="511" name="Google Shape;511;p14"/>
              <p:cNvGrpSpPr/>
              <p:nvPr/>
            </p:nvGrpSpPr>
            <p:grpSpPr>
              <a:xfrm>
                <a:off x="1779936" y="4862963"/>
                <a:ext cx="97814" cy="86736"/>
                <a:chOff x="2255186" y="4862963"/>
                <a:chExt cx="97814" cy="86736"/>
              </a:xfrm>
            </p:grpSpPr>
            <p:sp>
              <p:nvSpPr>
                <p:cNvPr id="512" name="Google Shape;512;p1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3" name="Google Shape;513;p1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514" name="Google Shape;514;p14"/>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15" name="Google Shape;515;p14"/>
            <p:cNvGrpSpPr/>
            <p:nvPr/>
          </p:nvGrpSpPr>
          <p:grpSpPr>
            <a:xfrm rot="10800000">
              <a:off x="1308161" y="4862963"/>
              <a:ext cx="97814" cy="86736"/>
              <a:chOff x="2255186" y="4862963"/>
              <a:chExt cx="97814" cy="86736"/>
            </a:xfrm>
          </p:grpSpPr>
          <p:sp>
            <p:nvSpPr>
              <p:cNvPr id="516" name="Google Shape;516;p14"/>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 name="Google Shape;517;p14"/>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18" name="Google Shape;518;p14"/>
            <p:cNvGrpSpPr/>
            <p:nvPr/>
          </p:nvGrpSpPr>
          <p:grpSpPr>
            <a:xfrm>
              <a:off x="810563" y="4862963"/>
              <a:ext cx="145800" cy="84300"/>
              <a:chOff x="786588" y="4862963"/>
              <a:chExt cx="145800" cy="84300"/>
            </a:xfrm>
          </p:grpSpPr>
          <p:sp>
            <p:nvSpPr>
              <p:cNvPr id="519" name="Google Shape;519;p14"/>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4"/>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 name="Google Shape;521;p14"/>
            <p:cNvGrpSpPr/>
            <p:nvPr/>
          </p:nvGrpSpPr>
          <p:grpSpPr>
            <a:xfrm rot="10800000">
              <a:off x="2703113" y="4865400"/>
              <a:ext cx="145800" cy="84300"/>
              <a:chOff x="786588" y="4862963"/>
              <a:chExt cx="145800" cy="84300"/>
            </a:xfrm>
          </p:grpSpPr>
          <p:sp>
            <p:nvSpPr>
              <p:cNvPr id="522" name="Google Shape;522;p14"/>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4"/>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4" name="Google Shape;524;p14"/>
          <p:cNvGrpSpPr/>
          <p:nvPr/>
        </p:nvGrpSpPr>
        <p:grpSpPr>
          <a:xfrm>
            <a:off x="6844854" y="4668587"/>
            <a:ext cx="1584035" cy="416703"/>
            <a:chOff x="6844854" y="4668587"/>
            <a:chExt cx="1584035" cy="416703"/>
          </a:xfrm>
        </p:grpSpPr>
        <p:sp>
          <p:nvSpPr>
            <p:cNvPr id="525" name="Google Shape;525;p14"/>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 name="Google Shape;526;p14"/>
            <p:cNvGrpSpPr/>
            <p:nvPr/>
          </p:nvGrpSpPr>
          <p:grpSpPr>
            <a:xfrm>
              <a:off x="8054048" y="4823050"/>
              <a:ext cx="138315" cy="107779"/>
              <a:chOff x="1900456" y="4780923"/>
              <a:chExt cx="138315" cy="107779"/>
            </a:xfrm>
          </p:grpSpPr>
          <p:sp>
            <p:nvSpPr>
              <p:cNvPr id="527" name="Google Shape;527;p14"/>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 name="Google Shape;528;p14"/>
              <p:cNvGrpSpPr/>
              <p:nvPr/>
            </p:nvGrpSpPr>
            <p:grpSpPr>
              <a:xfrm>
                <a:off x="1900456" y="4825827"/>
                <a:ext cx="138315" cy="62875"/>
                <a:chOff x="1900456" y="4825827"/>
                <a:chExt cx="138315" cy="62875"/>
              </a:xfrm>
            </p:grpSpPr>
            <p:sp>
              <p:nvSpPr>
                <p:cNvPr id="529" name="Google Shape;529;p14"/>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1" name="Google Shape;531;p14"/>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32" name="Shape 532"/>
        <p:cNvGrpSpPr/>
        <p:nvPr/>
      </p:nvGrpSpPr>
      <p:grpSpPr>
        <a:xfrm>
          <a:off x="0" y="0"/>
          <a:ext cx="0" cy="0"/>
          <a:chOff x="0" y="0"/>
          <a:chExt cx="0" cy="0"/>
        </a:xfrm>
      </p:grpSpPr>
      <p:sp>
        <p:nvSpPr>
          <p:cNvPr id="533" name="Google Shape;533;p15"/>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5"/>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 name="Google Shape;535;p15"/>
          <p:cNvGrpSpPr/>
          <p:nvPr/>
        </p:nvGrpSpPr>
        <p:grpSpPr>
          <a:xfrm>
            <a:off x="715090" y="4722881"/>
            <a:ext cx="2227501" cy="308121"/>
            <a:chOff x="715090" y="4752256"/>
            <a:chExt cx="2227501" cy="308121"/>
          </a:xfrm>
        </p:grpSpPr>
        <p:sp>
          <p:nvSpPr>
            <p:cNvPr id="536" name="Google Shape;536;p15"/>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5"/>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5"/>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5"/>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 name="Google Shape;542;p15"/>
            <p:cNvGrpSpPr/>
            <p:nvPr/>
          </p:nvGrpSpPr>
          <p:grpSpPr>
            <a:xfrm>
              <a:off x="2255186" y="4862963"/>
              <a:ext cx="97814" cy="86736"/>
              <a:chOff x="2255186" y="4862963"/>
              <a:chExt cx="97814" cy="86736"/>
            </a:xfrm>
          </p:grpSpPr>
          <p:sp>
            <p:nvSpPr>
              <p:cNvPr id="543" name="Google Shape;543;p1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4" name="Google Shape;544;p1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45" name="Google Shape;545;p15"/>
            <p:cNvGrpSpPr/>
            <p:nvPr/>
          </p:nvGrpSpPr>
          <p:grpSpPr>
            <a:xfrm>
              <a:off x="1767461" y="4862963"/>
              <a:ext cx="122764" cy="86736"/>
              <a:chOff x="1779936" y="4862963"/>
              <a:chExt cx="122764" cy="86736"/>
            </a:xfrm>
          </p:grpSpPr>
          <p:grpSp>
            <p:nvGrpSpPr>
              <p:cNvPr id="546" name="Google Shape;546;p15"/>
              <p:cNvGrpSpPr/>
              <p:nvPr/>
            </p:nvGrpSpPr>
            <p:grpSpPr>
              <a:xfrm>
                <a:off x="1779936" y="4862963"/>
                <a:ext cx="97814" cy="86736"/>
                <a:chOff x="2255186" y="4862963"/>
                <a:chExt cx="97814" cy="86736"/>
              </a:xfrm>
            </p:grpSpPr>
            <p:sp>
              <p:nvSpPr>
                <p:cNvPr id="547" name="Google Shape;547;p1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8" name="Google Shape;548;p1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549" name="Google Shape;549;p15"/>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50" name="Google Shape;550;p15"/>
            <p:cNvGrpSpPr/>
            <p:nvPr/>
          </p:nvGrpSpPr>
          <p:grpSpPr>
            <a:xfrm rot="10800000">
              <a:off x="1308161" y="4862963"/>
              <a:ext cx="97814" cy="86736"/>
              <a:chOff x="2255186" y="4862963"/>
              <a:chExt cx="97814" cy="86736"/>
            </a:xfrm>
          </p:grpSpPr>
          <p:sp>
            <p:nvSpPr>
              <p:cNvPr id="551" name="Google Shape;551;p1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2" name="Google Shape;552;p1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553" name="Google Shape;553;p15"/>
            <p:cNvGrpSpPr/>
            <p:nvPr/>
          </p:nvGrpSpPr>
          <p:grpSpPr>
            <a:xfrm>
              <a:off x="810563" y="4862963"/>
              <a:ext cx="145800" cy="84300"/>
              <a:chOff x="786588" y="4862963"/>
              <a:chExt cx="145800" cy="84300"/>
            </a:xfrm>
          </p:grpSpPr>
          <p:sp>
            <p:nvSpPr>
              <p:cNvPr id="554" name="Google Shape;554;p1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15"/>
            <p:cNvGrpSpPr/>
            <p:nvPr/>
          </p:nvGrpSpPr>
          <p:grpSpPr>
            <a:xfrm rot="10800000">
              <a:off x="2703113" y="4865400"/>
              <a:ext cx="145800" cy="84300"/>
              <a:chOff x="786588" y="4862963"/>
              <a:chExt cx="145800" cy="84300"/>
            </a:xfrm>
          </p:grpSpPr>
          <p:sp>
            <p:nvSpPr>
              <p:cNvPr id="557" name="Google Shape;557;p1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9" name="Google Shape;559;p15"/>
          <p:cNvSpPr txBox="1"/>
          <p:nvPr>
            <p:ph type="title"/>
          </p:nvPr>
        </p:nvSpPr>
        <p:spPr>
          <a:xfrm>
            <a:off x="1345350" y="3148875"/>
            <a:ext cx="4563900" cy="5319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2800">
                <a:solidFill>
                  <a:schemeClr val="lt2"/>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60" name="Google Shape;560;p15"/>
          <p:cNvSpPr txBox="1"/>
          <p:nvPr>
            <p:ph idx="1" type="subTitle"/>
          </p:nvPr>
        </p:nvSpPr>
        <p:spPr>
          <a:xfrm>
            <a:off x="1345350" y="1408575"/>
            <a:ext cx="6453300" cy="1740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None/>
              <a:defRPr sz="28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561" name="Google Shape;561;p15"/>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15"/>
          <p:cNvGrpSpPr/>
          <p:nvPr/>
        </p:nvGrpSpPr>
        <p:grpSpPr>
          <a:xfrm>
            <a:off x="4380308" y="177933"/>
            <a:ext cx="201427" cy="210169"/>
            <a:chOff x="5143693" y="188357"/>
            <a:chExt cx="153843" cy="160520"/>
          </a:xfrm>
        </p:grpSpPr>
        <p:sp>
          <p:nvSpPr>
            <p:cNvPr id="563" name="Google Shape;563;p15"/>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5" name="Google Shape;565;p15"/>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15"/>
          <p:cNvGrpSpPr/>
          <p:nvPr/>
        </p:nvGrpSpPr>
        <p:grpSpPr>
          <a:xfrm>
            <a:off x="3643773" y="202655"/>
            <a:ext cx="236409" cy="169294"/>
            <a:chOff x="3740546" y="215105"/>
            <a:chExt cx="180561" cy="129301"/>
          </a:xfrm>
        </p:grpSpPr>
        <p:sp>
          <p:nvSpPr>
            <p:cNvPr id="567" name="Google Shape;567;p15"/>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15"/>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 name="Google Shape;572;p15"/>
          <p:cNvGrpSpPr/>
          <p:nvPr/>
        </p:nvGrpSpPr>
        <p:grpSpPr>
          <a:xfrm>
            <a:off x="8192365" y="205607"/>
            <a:ext cx="236420" cy="186272"/>
            <a:chOff x="8118277" y="187250"/>
            <a:chExt cx="268293" cy="211384"/>
          </a:xfrm>
        </p:grpSpPr>
        <p:sp>
          <p:nvSpPr>
            <p:cNvPr id="573" name="Google Shape;573;p15"/>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 name="Google Shape;576;p15"/>
          <p:cNvGrpSpPr/>
          <p:nvPr/>
        </p:nvGrpSpPr>
        <p:grpSpPr>
          <a:xfrm>
            <a:off x="715106" y="172001"/>
            <a:ext cx="230574" cy="230597"/>
            <a:chOff x="1869495" y="230908"/>
            <a:chExt cx="117892" cy="117892"/>
          </a:xfrm>
        </p:grpSpPr>
        <p:sp>
          <p:nvSpPr>
            <p:cNvPr id="577" name="Google Shape;577;p15"/>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15"/>
          <p:cNvGrpSpPr/>
          <p:nvPr/>
        </p:nvGrpSpPr>
        <p:grpSpPr>
          <a:xfrm>
            <a:off x="6844854" y="4668587"/>
            <a:ext cx="1584035" cy="416703"/>
            <a:chOff x="6844854" y="4668587"/>
            <a:chExt cx="1584035" cy="416703"/>
          </a:xfrm>
        </p:grpSpPr>
        <p:sp>
          <p:nvSpPr>
            <p:cNvPr id="580" name="Google Shape;580;p15"/>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1" name="Google Shape;581;p15"/>
            <p:cNvGrpSpPr/>
            <p:nvPr/>
          </p:nvGrpSpPr>
          <p:grpSpPr>
            <a:xfrm>
              <a:off x="8054048" y="4823050"/>
              <a:ext cx="138315" cy="107779"/>
              <a:chOff x="1900456" y="4780923"/>
              <a:chExt cx="138315" cy="107779"/>
            </a:xfrm>
          </p:grpSpPr>
          <p:sp>
            <p:nvSpPr>
              <p:cNvPr id="582" name="Google Shape;582;p15"/>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 name="Google Shape;583;p15"/>
              <p:cNvGrpSpPr/>
              <p:nvPr/>
            </p:nvGrpSpPr>
            <p:grpSpPr>
              <a:xfrm>
                <a:off x="1900456" y="4825827"/>
                <a:ext cx="138315" cy="62875"/>
                <a:chOff x="1900456" y="4825827"/>
                <a:chExt cx="138315" cy="62875"/>
              </a:xfrm>
            </p:grpSpPr>
            <p:sp>
              <p:nvSpPr>
                <p:cNvPr id="584" name="Google Shape;584;p15"/>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6" name="Google Shape;586;p15"/>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87" name="Shape 587"/>
        <p:cNvGrpSpPr/>
        <p:nvPr/>
      </p:nvGrpSpPr>
      <p:grpSpPr>
        <a:xfrm>
          <a:off x="0" y="0"/>
          <a:ext cx="0" cy="0"/>
          <a:chOff x="0" y="0"/>
          <a:chExt cx="0" cy="0"/>
        </a:xfrm>
      </p:grpSpPr>
      <p:sp>
        <p:nvSpPr>
          <p:cNvPr id="588" name="Google Shape;588;p16"/>
          <p:cNvSpPr txBox="1"/>
          <p:nvPr>
            <p:ph idx="1" type="subTitle"/>
          </p:nvPr>
        </p:nvSpPr>
        <p:spPr>
          <a:xfrm>
            <a:off x="720000" y="2400725"/>
            <a:ext cx="3628200" cy="9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89" name="Google Shape;589;p16"/>
          <p:cNvSpPr txBox="1"/>
          <p:nvPr>
            <p:ph type="title"/>
          </p:nvPr>
        </p:nvSpPr>
        <p:spPr>
          <a:xfrm>
            <a:off x="720000" y="1573925"/>
            <a:ext cx="3628200" cy="826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90" name="Google Shape;590;p16"/>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2" name="Google Shape;592;p16"/>
          <p:cNvGrpSpPr/>
          <p:nvPr/>
        </p:nvGrpSpPr>
        <p:grpSpPr>
          <a:xfrm>
            <a:off x="715090" y="4722881"/>
            <a:ext cx="2227501" cy="308121"/>
            <a:chOff x="715090" y="4752256"/>
            <a:chExt cx="2227501" cy="308121"/>
          </a:xfrm>
        </p:grpSpPr>
        <p:sp>
          <p:nvSpPr>
            <p:cNvPr id="593" name="Google Shape;593;p16"/>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9" name="Google Shape;599;p16"/>
            <p:cNvGrpSpPr/>
            <p:nvPr/>
          </p:nvGrpSpPr>
          <p:grpSpPr>
            <a:xfrm>
              <a:off x="2255186" y="4862963"/>
              <a:ext cx="97814" cy="86736"/>
              <a:chOff x="2255186" y="4862963"/>
              <a:chExt cx="97814" cy="86736"/>
            </a:xfrm>
          </p:grpSpPr>
          <p:sp>
            <p:nvSpPr>
              <p:cNvPr id="600" name="Google Shape;600;p1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1" name="Google Shape;601;p1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02" name="Google Shape;602;p16"/>
            <p:cNvGrpSpPr/>
            <p:nvPr/>
          </p:nvGrpSpPr>
          <p:grpSpPr>
            <a:xfrm>
              <a:off x="1767461" y="4862963"/>
              <a:ext cx="122764" cy="86736"/>
              <a:chOff x="1779936" y="4862963"/>
              <a:chExt cx="122764" cy="86736"/>
            </a:xfrm>
          </p:grpSpPr>
          <p:grpSp>
            <p:nvGrpSpPr>
              <p:cNvPr id="603" name="Google Shape;603;p16"/>
              <p:cNvGrpSpPr/>
              <p:nvPr/>
            </p:nvGrpSpPr>
            <p:grpSpPr>
              <a:xfrm>
                <a:off x="1779936" y="4862963"/>
                <a:ext cx="97814" cy="86736"/>
                <a:chOff x="2255186" y="4862963"/>
                <a:chExt cx="97814" cy="86736"/>
              </a:xfrm>
            </p:grpSpPr>
            <p:sp>
              <p:nvSpPr>
                <p:cNvPr id="604" name="Google Shape;604;p1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5" name="Google Shape;605;p1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606" name="Google Shape;606;p16"/>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07" name="Google Shape;607;p16"/>
            <p:cNvGrpSpPr/>
            <p:nvPr/>
          </p:nvGrpSpPr>
          <p:grpSpPr>
            <a:xfrm rot="10800000">
              <a:off x="1308161" y="4862963"/>
              <a:ext cx="97814" cy="86736"/>
              <a:chOff x="2255186" y="4862963"/>
              <a:chExt cx="97814" cy="86736"/>
            </a:xfrm>
          </p:grpSpPr>
          <p:sp>
            <p:nvSpPr>
              <p:cNvPr id="608" name="Google Shape;608;p1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9" name="Google Shape;609;p1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10" name="Google Shape;610;p16"/>
            <p:cNvGrpSpPr/>
            <p:nvPr/>
          </p:nvGrpSpPr>
          <p:grpSpPr>
            <a:xfrm>
              <a:off x="810563" y="4862963"/>
              <a:ext cx="145800" cy="84300"/>
              <a:chOff x="786588" y="4862963"/>
              <a:chExt cx="145800" cy="84300"/>
            </a:xfrm>
          </p:grpSpPr>
          <p:sp>
            <p:nvSpPr>
              <p:cNvPr id="611" name="Google Shape;611;p1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16"/>
            <p:cNvGrpSpPr/>
            <p:nvPr/>
          </p:nvGrpSpPr>
          <p:grpSpPr>
            <a:xfrm rot="10800000">
              <a:off x="2703113" y="4865400"/>
              <a:ext cx="145800" cy="84300"/>
              <a:chOff x="786588" y="4862963"/>
              <a:chExt cx="145800" cy="84300"/>
            </a:xfrm>
          </p:grpSpPr>
          <p:sp>
            <p:nvSpPr>
              <p:cNvPr id="614" name="Google Shape;614;p1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6" name="Google Shape;616;p16"/>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7" name="Google Shape;617;p16"/>
          <p:cNvGrpSpPr/>
          <p:nvPr/>
        </p:nvGrpSpPr>
        <p:grpSpPr>
          <a:xfrm>
            <a:off x="4380308" y="177933"/>
            <a:ext cx="201427" cy="210169"/>
            <a:chOff x="5143693" y="188357"/>
            <a:chExt cx="153843" cy="160520"/>
          </a:xfrm>
        </p:grpSpPr>
        <p:sp>
          <p:nvSpPr>
            <p:cNvPr id="618" name="Google Shape;618;p16"/>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6"/>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0" name="Google Shape;620;p16"/>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1" name="Google Shape;621;p16"/>
          <p:cNvGrpSpPr/>
          <p:nvPr/>
        </p:nvGrpSpPr>
        <p:grpSpPr>
          <a:xfrm>
            <a:off x="3643773" y="202655"/>
            <a:ext cx="236409" cy="169294"/>
            <a:chOff x="3740546" y="215105"/>
            <a:chExt cx="180561" cy="129301"/>
          </a:xfrm>
        </p:grpSpPr>
        <p:sp>
          <p:nvSpPr>
            <p:cNvPr id="622" name="Google Shape;622;p16"/>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5" name="Google Shape;625;p16"/>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 name="Google Shape;627;p16"/>
          <p:cNvGrpSpPr/>
          <p:nvPr/>
        </p:nvGrpSpPr>
        <p:grpSpPr>
          <a:xfrm>
            <a:off x="8192365" y="205607"/>
            <a:ext cx="236420" cy="186272"/>
            <a:chOff x="8118277" y="187250"/>
            <a:chExt cx="268293" cy="211384"/>
          </a:xfrm>
        </p:grpSpPr>
        <p:sp>
          <p:nvSpPr>
            <p:cNvPr id="628" name="Google Shape;628;p16"/>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 name="Google Shape;631;p16"/>
          <p:cNvGrpSpPr/>
          <p:nvPr/>
        </p:nvGrpSpPr>
        <p:grpSpPr>
          <a:xfrm>
            <a:off x="715106" y="172001"/>
            <a:ext cx="230574" cy="230597"/>
            <a:chOff x="1869495" y="230908"/>
            <a:chExt cx="117892" cy="117892"/>
          </a:xfrm>
        </p:grpSpPr>
        <p:sp>
          <p:nvSpPr>
            <p:cNvPr id="632" name="Google Shape;632;p16"/>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 name="Google Shape;634;p16"/>
          <p:cNvGrpSpPr/>
          <p:nvPr/>
        </p:nvGrpSpPr>
        <p:grpSpPr>
          <a:xfrm>
            <a:off x="6844854" y="4668587"/>
            <a:ext cx="1584035" cy="416703"/>
            <a:chOff x="6844854" y="4668587"/>
            <a:chExt cx="1584035" cy="416703"/>
          </a:xfrm>
        </p:grpSpPr>
        <p:sp>
          <p:nvSpPr>
            <p:cNvPr id="635" name="Google Shape;635;p16"/>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16"/>
            <p:cNvGrpSpPr/>
            <p:nvPr/>
          </p:nvGrpSpPr>
          <p:grpSpPr>
            <a:xfrm>
              <a:off x="8054048" y="4823050"/>
              <a:ext cx="138315" cy="107779"/>
              <a:chOff x="1900456" y="4780923"/>
              <a:chExt cx="138315" cy="107779"/>
            </a:xfrm>
          </p:grpSpPr>
          <p:sp>
            <p:nvSpPr>
              <p:cNvPr id="637" name="Google Shape;637;p16"/>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 name="Google Shape;638;p16"/>
              <p:cNvGrpSpPr/>
              <p:nvPr/>
            </p:nvGrpSpPr>
            <p:grpSpPr>
              <a:xfrm>
                <a:off x="1900456" y="4825827"/>
                <a:ext cx="138315" cy="62875"/>
                <a:chOff x="1900456" y="4825827"/>
                <a:chExt cx="138315" cy="62875"/>
              </a:xfrm>
            </p:grpSpPr>
            <p:sp>
              <p:nvSpPr>
                <p:cNvPr id="639" name="Google Shape;639;p16"/>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1" name="Google Shape;641;p16"/>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642" name="Shape 642"/>
        <p:cNvGrpSpPr/>
        <p:nvPr/>
      </p:nvGrpSpPr>
      <p:grpSpPr>
        <a:xfrm>
          <a:off x="0" y="0"/>
          <a:ext cx="0" cy="0"/>
          <a:chOff x="0" y="0"/>
          <a:chExt cx="0" cy="0"/>
        </a:xfrm>
      </p:grpSpPr>
      <p:sp>
        <p:nvSpPr>
          <p:cNvPr id="643" name="Google Shape;643;p17"/>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6" name="Google Shape;646;p17"/>
          <p:cNvGrpSpPr/>
          <p:nvPr/>
        </p:nvGrpSpPr>
        <p:grpSpPr>
          <a:xfrm>
            <a:off x="4380308" y="177933"/>
            <a:ext cx="201427" cy="210169"/>
            <a:chOff x="5143693" y="188357"/>
            <a:chExt cx="153843" cy="160520"/>
          </a:xfrm>
        </p:grpSpPr>
        <p:sp>
          <p:nvSpPr>
            <p:cNvPr id="647" name="Google Shape;647;p17"/>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17"/>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0" name="Google Shape;650;p17"/>
          <p:cNvGrpSpPr/>
          <p:nvPr/>
        </p:nvGrpSpPr>
        <p:grpSpPr>
          <a:xfrm>
            <a:off x="3643773" y="202655"/>
            <a:ext cx="236409" cy="169294"/>
            <a:chOff x="3740546" y="215105"/>
            <a:chExt cx="180561" cy="129301"/>
          </a:xfrm>
        </p:grpSpPr>
        <p:sp>
          <p:nvSpPr>
            <p:cNvPr id="651" name="Google Shape;651;p17"/>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4" name="Google Shape;654;p17"/>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 name="Google Shape;656;p17"/>
          <p:cNvGrpSpPr/>
          <p:nvPr/>
        </p:nvGrpSpPr>
        <p:grpSpPr>
          <a:xfrm>
            <a:off x="8192365" y="205607"/>
            <a:ext cx="236420" cy="186272"/>
            <a:chOff x="8118277" y="187250"/>
            <a:chExt cx="268293" cy="211384"/>
          </a:xfrm>
        </p:grpSpPr>
        <p:sp>
          <p:nvSpPr>
            <p:cNvPr id="657" name="Google Shape;657;p17"/>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 name="Google Shape;660;p17"/>
          <p:cNvGrpSpPr/>
          <p:nvPr/>
        </p:nvGrpSpPr>
        <p:grpSpPr>
          <a:xfrm>
            <a:off x="715106" y="172001"/>
            <a:ext cx="230574" cy="230597"/>
            <a:chOff x="1869495" y="230908"/>
            <a:chExt cx="117892" cy="117892"/>
          </a:xfrm>
        </p:grpSpPr>
        <p:sp>
          <p:nvSpPr>
            <p:cNvPr id="661" name="Google Shape;661;p17"/>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 name="Google Shape;663;p17"/>
          <p:cNvGrpSpPr/>
          <p:nvPr/>
        </p:nvGrpSpPr>
        <p:grpSpPr>
          <a:xfrm>
            <a:off x="715090" y="4722881"/>
            <a:ext cx="2227501" cy="308121"/>
            <a:chOff x="715090" y="4752256"/>
            <a:chExt cx="2227501" cy="308121"/>
          </a:xfrm>
        </p:grpSpPr>
        <p:sp>
          <p:nvSpPr>
            <p:cNvPr id="664" name="Google Shape;664;p17"/>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7"/>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7"/>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7"/>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17"/>
            <p:cNvGrpSpPr/>
            <p:nvPr/>
          </p:nvGrpSpPr>
          <p:grpSpPr>
            <a:xfrm>
              <a:off x="2255186" y="4862963"/>
              <a:ext cx="97814" cy="86736"/>
              <a:chOff x="2255186" y="4862963"/>
              <a:chExt cx="97814" cy="86736"/>
            </a:xfrm>
          </p:grpSpPr>
          <p:sp>
            <p:nvSpPr>
              <p:cNvPr id="671" name="Google Shape;671;p1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2" name="Google Shape;672;p1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73" name="Google Shape;673;p17"/>
            <p:cNvGrpSpPr/>
            <p:nvPr/>
          </p:nvGrpSpPr>
          <p:grpSpPr>
            <a:xfrm>
              <a:off x="1767461" y="4862963"/>
              <a:ext cx="122764" cy="86736"/>
              <a:chOff x="1779936" y="4862963"/>
              <a:chExt cx="122764" cy="86736"/>
            </a:xfrm>
          </p:grpSpPr>
          <p:grpSp>
            <p:nvGrpSpPr>
              <p:cNvPr id="674" name="Google Shape;674;p17"/>
              <p:cNvGrpSpPr/>
              <p:nvPr/>
            </p:nvGrpSpPr>
            <p:grpSpPr>
              <a:xfrm>
                <a:off x="1779936" y="4862963"/>
                <a:ext cx="97814" cy="86736"/>
                <a:chOff x="2255186" y="4862963"/>
                <a:chExt cx="97814" cy="86736"/>
              </a:xfrm>
            </p:grpSpPr>
            <p:sp>
              <p:nvSpPr>
                <p:cNvPr id="675" name="Google Shape;675;p1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6" name="Google Shape;676;p1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677" name="Google Shape;677;p17"/>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78" name="Google Shape;678;p17"/>
            <p:cNvGrpSpPr/>
            <p:nvPr/>
          </p:nvGrpSpPr>
          <p:grpSpPr>
            <a:xfrm rot="10800000">
              <a:off x="1308161" y="4862963"/>
              <a:ext cx="97814" cy="86736"/>
              <a:chOff x="2255186" y="4862963"/>
              <a:chExt cx="97814" cy="86736"/>
            </a:xfrm>
          </p:grpSpPr>
          <p:sp>
            <p:nvSpPr>
              <p:cNvPr id="679" name="Google Shape;679;p17"/>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0" name="Google Shape;680;p17"/>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681" name="Google Shape;681;p17"/>
            <p:cNvGrpSpPr/>
            <p:nvPr/>
          </p:nvGrpSpPr>
          <p:grpSpPr>
            <a:xfrm>
              <a:off x="810563" y="4862963"/>
              <a:ext cx="145800" cy="84300"/>
              <a:chOff x="786588" y="4862963"/>
              <a:chExt cx="145800" cy="84300"/>
            </a:xfrm>
          </p:grpSpPr>
          <p:sp>
            <p:nvSpPr>
              <p:cNvPr id="682" name="Google Shape;682;p17"/>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7"/>
            <p:cNvGrpSpPr/>
            <p:nvPr/>
          </p:nvGrpSpPr>
          <p:grpSpPr>
            <a:xfrm rot="10800000">
              <a:off x="2703113" y="4865400"/>
              <a:ext cx="145800" cy="84300"/>
              <a:chOff x="786588" y="4862963"/>
              <a:chExt cx="145800" cy="84300"/>
            </a:xfrm>
          </p:grpSpPr>
          <p:sp>
            <p:nvSpPr>
              <p:cNvPr id="685" name="Google Shape;685;p17"/>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87" name="Google Shape;687;p17"/>
          <p:cNvSpPr txBox="1"/>
          <p:nvPr>
            <p:ph idx="1" type="subTitle"/>
          </p:nvPr>
        </p:nvSpPr>
        <p:spPr>
          <a:xfrm>
            <a:off x="1627825" y="1648425"/>
            <a:ext cx="4544400" cy="579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688" name="Google Shape;688;p17"/>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89" name="Google Shape;689;p17"/>
          <p:cNvSpPr txBox="1"/>
          <p:nvPr>
            <p:ph idx="2" type="subTitle"/>
          </p:nvPr>
        </p:nvSpPr>
        <p:spPr>
          <a:xfrm>
            <a:off x="1627825" y="1233575"/>
            <a:ext cx="4544400" cy="4149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690" name="Google Shape;690;p17"/>
          <p:cNvSpPr txBox="1"/>
          <p:nvPr>
            <p:ph idx="3" type="subTitle"/>
          </p:nvPr>
        </p:nvSpPr>
        <p:spPr>
          <a:xfrm>
            <a:off x="2835950" y="2776525"/>
            <a:ext cx="4544100" cy="5790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691" name="Google Shape;691;p17"/>
          <p:cNvSpPr txBox="1"/>
          <p:nvPr>
            <p:ph idx="4" type="subTitle"/>
          </p:nvPr>
        </p:nvSpPr>
        <p:spPr>
          <a:xfrm>
            <a:off x="2836105" y="2361675"/>
            <a:ext cx="4544100" cy="414900"/>
          </a:xfrm>
          <a:prstGeom prst="rect">
            <a:avLst/>
          </a:prstGeom>
          <a:ln>
            <a:noFill/>
          </a:ln>
        </p:spPr>
        <p:txBody>
          <a:bodyPr anchorCtr="0" anchor="ctr" bIns="91425" lIns="91425" spcFirstLastPara="1" rIns="91425" wrap="square" tIns="91425">
            <a:noAutofit/>
          </a:bodyPr>
          <a:lstStyle>
            <a:lvl1pPr lvl="0" rtl="0" algn="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692" name="Google Shape;692;p17"/>
          <p:cNvSpPr txBox="1"/>
          <p:nvPr>
            <p:ph idx="5" type="subTitle"/>
          </p:nvPr>
        </p:nvSpPr>
        <p:spPr>
          <a:xfrm>
            <a:off x="1627825" y="3900450"/>
            <a:ext cx="4544400" cy="579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693" name="Google Shape;693;p17"/>
          <p:cNvSpPr txBox="1"/>
          <p:nvPr>
            <p:ph idx="6" type="subTitle"/>
          </p:nvPr>
        </p:nvSpPr>
        <p:spPr>
          <a:xfrm>
            <a:off x="1627825" y="3485600"/>
            <a:ext cx="4544400" cy="4149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grpSp>
        <p:nvGrpSpPr>
          <p:cNvPr id="694" name="Google Shape;694;p17"/>
          <p:cNvGrpSpPr/>
          <p:nvPr/>
        </p:nvGrpSpPr>
        <p:grpSpPr>
          <a:xfrm>
            <a:off x="6844854" y="4668587"/>
            <a:ext cx="1584035" cy="416703"/>
            <a:chOff x="6844854" y="4668587"/>
            <a:chExt cx="1584035" cy="416703"/>
          </a:xfrm>
        </p:grpSpPr>
        <p:sp>
          <p:nvSpPr>
            <p:cNvPr id="695" name="Google Shape;695;p17"/>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6" name="Google Shape;696;p17"/>
            <p:cNvGrpSpPr/>
            <p:nvPr/>
          </p:nvGrpSpPr>
          <p:grpSpPr>
            <a:xfrm>
              <a:off x="8054048" y="4823050"/>
              <a:ext cx="138315" cy="107779"/>
              <a:chOff x="1900456" y="4780923"/>
              <a:chExt cx="138315" cy="107779"/>
            </a:xfrm>
          </p:grpSpPr>
          <p:sp>
            <p:nvSpPr>
              <p:cNvPr id="697" name="Google Shape;697;p17"/>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8" name="Google Shape;698;p17"/>
              <p:cNvGrpSpPr/>
              <p:nvPr/>
            </p:nvGrpSpPr>
            <p:grpSpPr>
              <a:xfrm>
                <a:off x="1900456" y="4825827"/>
                <a:ext cx="138315" cy="62875"/>
                <a:chOff x="1900456" y="4825827"/>
                <a:chExt cx="138315" cy="62875"/>
              </a:xfrm>
            </p:grpSpPr>
            <p:sp>
              <p:nvSpPr>
                <p:cNvPr id="699" name="Google Shape;699;p17"/>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7"/>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1" name="Google Shape;701;p17"/>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1_1_1_2_2">
    <p:spTree>
      <p:nvGrpSpPr>
        <p:cNvPr id="702" name="Shape 702"/>
        <p:cNvGrpSpPr/>
        <p:nvPr/>
      </p:nvGrpSpPr>
      <p:grpSpPr>
        <a:xfrm>
          <a:off x="0" y="0"/>
          <a:ext cx="0" cy="0"/>
          <a:chOff x="0" y="0"/>
          <a:chExt cx="0" cy="0"/>
        </a:xfrm>
      </p:grpSpPr>
      <p:sp>
        <p:nvSpPr>
          <p:cNvPr id="703" name="Google Shape;703;p18"/>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 name="Google Shape;706;p18"/>
          <p:cNvGrpSpPr/>
          <p:nvPr/>
        </p:nvGrpSpPr>
        <p:grpSpPr>
          <a:xfrm>
            <a:off x="4380308" y="177933"/>
            <a:ext cx="201427" cy="210169"/>
            <a:chOff x="5143693" y="188357"/>
            <a:chExt cx="153843" cy="160520"/>
          </a:xfrm>
        </p:grpSpPr>
        <p:sp>
          <p:nvSpPr>
            <p:cNvPr id="707" name="Google Shape;707;p18"/>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18"/>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0" name="Google Shape;710;p18"/>
          <p:cNvGrpSpPr/>
          <p:nvPr/>
        </p:nvGrpSpPr>
        <p:grpSpPr>
          <a:xfrm>
            <a:off x="3643773" y="202655"/>
            <a:ext cx="236409" cy="169294"/>
            <a:chOff x="3740546" y="215105"/>
            <a:chExt cx="180561" cy="129301"/>
          </a:xfrm>
        </p:grpSpPr>
        <p:sp>
          <p:nvSpPr>
            <p:cNvPr id="711" name="Google Shape;711;p18"/>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8"/>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4" name="Google Shape;714;p18"/>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6" name="Google Shape;716;p18"/>
          <p:cNvGrpSpPr/>
          <p:nvPr/>
        </p:nvGrpSpPr>
        <p:grpSpPr>
          <a:xfrm>
            <a:off x="8192365" y="205607"/>
            <a:ext cx="236420" cy="186272"/>
            <a:chOff x="8118277" y="187250"/>
            <a:chExt cx="268293" cy="211384"/>
          </a:xfrm>
        </p:grpSpPr>
        <p:sp>
          <p:nvSpPr>
            <p:cNvPr id="717" name="Google Shape;717;p18"/>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 name="Google Shape;720;p18"/>
          <p:cNvGrpSpPr/>
          <p:nvPr/>
        </p:nvGrpSpPr>
        <p:grpSpPr>
          <a:xfrm>
            <a:off x="715106" y="172001"/>
            <a:ext cx="230574" cy="230597"/>
            <a:chOff x="1869495" y="230908"/>
            <a:chExt cx="117892" cy="117892"/>
          </a:xfrm>
        </p:grpSpPr>
        <p:sp>
          <p:nvSpPr>
            <p:cNvPr id="721" name="Google Shape;721;p18"/>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8"/>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18"/>
          <p:cNvGrpSpPr/>
          <p:nvPr/>
        </p:nvGrpSpPr>
        <p:grpSpPr>
          <a:xfrm>
            <a:off x="715090" y="4722881"/>
            <a:ext cx="2227501" cy="308121"/>
            <a:chOff x="715090" y="4752256"/>
            <a:chExt cx="2227501" cy="308121"/>
          </a:xfrm>
        </p:grpSpPr>
        <p:sp>
          <p:nvSpPr>
            <p:cNvPr id="724" name="Google Shape;724;p18"/>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8"/>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8"/>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0" name="Google Shape;730;p18"/>
            <p:cNvGrpSpPr/>
            <p:nvPr/>
          </p:nvGrpSpPr>
          <p:grpSpPr>
            <a:xfrm>
              <a:off x="2255186" y="4862963"/>
              <a:ext cx="97814" cy="86736"/>
              <a:chOff x="2255186" y="4862963"/>
              <a:chExt cx="97814" cy="86736"/>
            </a:xfrm>
          </p:grpSpPr>
          <p:sp>
            <p:nvSpPr>
              <p:cNvPr id="731" name="Google Shape;731;p1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2" name="Google Shape;732;p1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733" name="Google Shape;733;p18"/>
            <p:cNvGrpSpPr/>
            <p:nvPr/>
          </p:nvGrpSpPr>
          <p:grpSpPr>
            <a:xfrm>
              <a:off x="1767461" y="4862963"/>
              <a:ext cx="122764" cy="86736"/>
              <a:chOff x="1779936" y="4862963"/>
              <a:chExt cx="122764" cy="86736"/>
            </a:xfrm>
          </p:grpSpPr>
          <p:grpSp>
            <p:nvGrpSpPr>
              <p:cNvPr id="734" name="Google Shape;734;p18"/>
              <p:cNvGrpSpPr/>
              <p:nvPr/>
            </p:nvGrpSpPr>
            <p:grpSpPr>
              <a:xfrm>
                <a:off x="1779936" y="4862963"/>
                <a:ext cx="97814" cy="86736"/>
                <a:chOff x="2255186" y="4862963"/>
                <a:chExt cx="97814" cy="86736"/>
              </a:xfrm>
            </p:grpSpPr>
            <p:sp>
              <p:nvSpPr>
                <p:cNvPr id="735" name="Google Shape;735;p1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6" name="Google Shape;736;p1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737" name="Google Shape;737;p18"/>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738" name="Google Shape;738;p18"/>
            <p:cNvGrpSpPr/>
            <p:nvPr/>
          </p:nvGrpSpPr>
          <p:grpSpPr>
            <a:xfrm rot="10800000">
              <a:off x="1308161" y="4862963"/>
              <a:ext cx="97814" cy="86736"/>
              <a:chOff x="2255186" y="4862963"/>
              <a:chExt cx="97814" cy="86736"/>
            </a:xfrm>
          </p:grpSpPr>
          <p:sp>
            <p:nvSpPr>
              <p:cNvPr id="739" name="Google Shape;739;p18"/>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0" name="Google Shape;740;p18"/>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741" name="Google Shape;741;p18"/>
            <p:cNvGrpSpPr/>
            <p:nvPr/>
          </p:nvGrpSpPr>
          <p:grpSpPr>
            <a:xfrm>
              <a:off x="810563" y="4862963"/>
              <a:ext cx="145800" cy="84300"/>
              <a:chOff x="786588" y="4862963"/>
              <a:chExt cx="145800" cy="84300"/>
            </a:xfrm>
          </p:grpSpPr>
          <p:sp>
            <p:nvSpPr>
              <p:cNvPr id="742" name="Google Shape;742;p18"/>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8"/>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 name="Google Shape;744;p18"/>
            <p:cNvGrpSpPr/>
            <p:nvPr/>
          </p:nvGrpSpPr>
          <p:grpSpPr>
            <a:xfrm rot="10800000">
              <a:off x="2703113" y="4865400"/>
              <a:ext cx="145800" cy="84300"/>
              <a:chOff x="786588" y="4862963"/>
              <a:chExt cx="145800" cy="84300"/>
            </a:xfrm>
          </p:grpSpPr>
          <p:sp>
            <p:nvSpPr>
              <p:cNvPr id="745" name="Google Shape;745;p18"/>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7" name="Google Shape;747;p18"/>
          <p:cNvSpPr txBox="1"/>
          <p:nvPr>
            <p:ph idx="1" type="subTitle"/>
          </p:nvPr>
        </p:nvSpPr>
        <p:spPr>
          <a:xfrm>
            <a:off x="1665725" y="1648425"/>
            <a:ext cx="6765000" cy="579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748" name="Google Shape;748;p18"/>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49" name="Google Shape;749;p18"/>
          <p:cNvSpPr txBox="1"/>
          <p:nvPr>
            <p:ph idx="2" type="subTitle"/>
          </p:nvPr>
        </p:nvSpPr>
        <p:spPr>
          <a:xfrm>
            <a:off x="1665725" y="1233575"/>
            <a:ext cx="6765000" cy="4149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750" name="Google Shape;750;p18"/>
          <p:cNvSpPr txBox="1"/>
          <p:nvPr>
            <p:ph idx="3" type="subTitle"/>
          </p:nvPr>
        </p:nvSpPr>
        <p:spPr>
          <a:xfrm>
            <a:off x="1663898" y="2776525"/>
            <a:ext cx="6764700" cy="5790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751" name="Google Shape;751;p18"/>
          <p:cNvSpPr txBox="1"/>
          <p:nvPr>
            <p:ph idx="4" type="subTitle"/>
          </p:nvPr>
        </p:nvSpPr>
        <p:spPr>
          <a:xfrm>
            <a:off x="1664128" y="2361675"/>
            <a:ext cx="6764700" cy="4149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752" name="Google Shape;752;p18"/>
          <p:cNvSpPr txBox="1"/>
          <p:nvPr>
            <p:ph idx="5" type="subTitle"/>
          </p:nvPr>
        </p:nvSpPr>
        <p:spPr>
          <a:xfrm>
            <a:off x="1665725" y="3900450"/>
            <a:ext cx="6764700" cy="5790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753" name="Google Shape;753;p18"/>
          <p:cNvSpPr txBox="1"/>
          <p:nvPr>
            <p:ph idx="6" type="subTitle"/>
          </p:nvPr>
        </p:nvSpPr>
        <p:spPr>
          <a:xfrm>
            <a:off x="1665725" y="3485600"/>
            <a:ext cx="6764700" cy="4149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grpSp>
        <p:nvGrpSpPr>
          <p:cNvPr id="754" name="Google Shape;754;p18"/>
          <p:cNvGrpSpPr/>
          <p:nvPr/>
        </p:nvGrpSpPr>
        <p:grpSpPr>
          <a:xfrm>
            <a:off x="6844854" y="4668587"/>
            <a:ext cx="1584035" cy="416703"/>
            <a:chOff x="6844854" y="4668587"/>
            <a:chExt cx="1584035" cy="416703"/>
          </a:xfrm>
        </p:grpSpPr>
        <p:sp>
          <p:nvSpPr>
            <p:cNvPr id="755" name="Google Shape;755;p18"/>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6" name="Google Shape;756;p18"/>
            <p:cNvGrpSpPr/>
            <p:nvPr/>
          </p:nvGrpSpPr>
          <p:grpSpPr>
            <a:xfrm>
              <a:off x="8054048" y="4823050"/>
              <a:ext cx="138315" cy="107779"/>
              <a:chOff x="1900456" y="4780923"/>
              <a:chExt cx="138315" cy="107779"/>
            </a:xfrm>
          </p:grpSpPr>
          <p:sp>
            <p:nvSpPr>
              <p:cNvPr id="757" name="Google Shape;757;p18"/>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8"/>
              <p:cNvGrpSpPr/>
              <p:nvPr/>
            </p:nvGrpSpPr>
            <p:grpSpPr>
              <a:xfrm>
                <a:off x="1900456" y="4825827"/>
                <a:ext cx="138315" cy="62875"/>
                <a:chOff x="1900456" y="4825827"/>
                <a:chExt cx="138315" cy="62875"/>
              </a:xfrm>
            </p:grpSpPr>
            <p:sp>
              <p:nvSpPr>
                <p:cNvPr id="759" name="Google Shape;759;p18"/>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8"/>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61" name="Google Shape;761;p18"/>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762" name="Shape 762"/>
        <p:cNvGrpSpPr/>
        <p:nvPr/>
      </p:nvGrpSpPr>
      <p:grpSpPr>
        <a:xfrm>
          <a:off x="0" y="0"/>
          <a:ext cx="0" cy="0"/>
          <a:chOff x="0" y="0"/>
          <a:chExt cx="0" cy="0"/>
        </a:xfrm>
      </p:grpSpPr>
      <p:sp>
        <p:nvSpPr>
          <p:cNvPr id="763" name="Google Shape;763;p19"/>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9"/>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 name="Google Shape;766;p19"/>
          <p:cNvGrpSpPr/>
          <p:nvPr/>
        </p:nvGrpSpPr>
        <p:grpSpPr>
          <a:xfrm>
            <a:off x="4380308" y="177933"/>
            <a:ext cx="201427" cy="210169"/>
            <a:chOff x="5143693" y="188357"/>
            <a:chExt cx="153843" cy="160520"/>
          </a:xfrm>
        </p:grpSpPr>
        <p:sp>
          <p:nvSpPr>
            <p:cNvPr id="767" name="Google Shape;767;p19"/>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9" name="Google Shape;769;p19"/>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0" name="Google Shape;770;p19"/>
          <p:cNvGrpSpPr/>
          <p:nvPr/>
        </p:nvGrpSpPr>
        <p:grpSpPr>
          <a:xfrm>
            <a:off x="3643773" y="202655"/>
            <a:ext cx="236409" cy="169294"/>
            <a:chOff x="3740546" y="215105"/>
            <a:chExt cx="180561" cy="129301"/>
          </a:xfrm>
        </p:grpSpPr>
        <p:sp>
          <p:nvSpPr>
            <p:cNvPr id="771" name="Google Shape;771;p19"/>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9"/>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9"/>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4" name="Google Shape;774;p19"/>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6" name="Google Shape;776;p19"/>
          <p:cNvGrpSpPr/>
          <p:nvPr/>
        </p:nvGrpSpPr>
        <p:grpSpPr>
          <a:xfrm>
            <a:off x="8192365" y="205607"/>
            <a:ext cx="236420" cy="186272"/>
            <a:chOff x="8118277" y="187250"/>
            <a:chExt cx="268293" cy="211384"/>
          </a:xfrm>
        </p:grpSpPr>
        <p:sp>
          <p:nvSpPr>
            <p:cNvPr id="777" name="Google Shape;777;p19"/>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9"/>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 name="Google Shape;780;p19"/>
          <p:cNvGrpSpPr/>
          <p:nvPr/>
        </p:nvGrpSpPr>
        <p:grpSpPr>
          <a:xfrm>
            <a:off x="715106" y="172001"/>
            <a:ext cx="230574" cy="230597"/>
            <a:chOff x="1869495" y="230908"/>
            <a:chExt cx="117892" cy="117892"/>
          </a:xfrm>
        </p:grpSpPr>
        <p:sp>
          <p:nvSpPr>
            <p:cNvPr id="781" name="Google Shape;781;p19"/>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9"/>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19"/>
          <p:cNvGrpSpPr/>
          <p:nvPr/>
        </p:nvGrpSpPr>
        <p:grpSpPr>
          <a:xfrm>
            <a:off x="715090" y="4722881"/>
            <a:ext cx="2227501" cy="308121"/>
            <a:chOff x="715090" y="4752256"/>
            <a:chExt cx="2227501" cy="308121"/>
          </a:xfrm>
        </p:grpSpPr>
        <p:sp>
          <p:nvSpPr>
            <p:cNvPr id="784" name="Google Shape;784;p19"/>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19"/>
            <p:cNvGrpSpPr/>
            <p:nvPr/>
          </p:nvGrpSpPr>
          <p:grpSpPr>
            <a:xfrm>
              <a:off x="2255186" y="4862963"/>
              <a:ext cx="97814" cy="86736"/>
              <a:chOff x="2255186" y="4862963"/>
              <a:chExt cx="97814" cy="86736"/>
            </a:xfrm>
          </p:grpSpPr>
          <p:sp>
            <p:nvSpPr>
              <p:cNvPr id="791" name="Google Shape;791;p19"/>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2" name="Google Shape;792;p19"/>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793" name="Google Shape;793;p19"/>
            <p:cNvGrpSpPr/>
            <p:nvPr/>
          </p:nvGrpSpPr>
          <p:grpSpPr>
            <a:xfrm>
              <a:off x="1767461" y="4862963"/>
              <a:ext cx="122764" cy="86736"/>
              <a:chOff x="1779936" y="4862963"/>
              <a:chExt cx="122764" cy="86736"/>
            </a:xfrm>
          </p:grpSpPr>
          <p:grpSp>
            <p:nvGrpSpPr>
              <p:cNvPr id="794" name="Google Shape;794;p19"/>
              <p:cNvGrpSpPr/>
              <p:nvPr/>
            </p:nvGrpSpPr>
            <p:grpSpPr>
              <a:xfrm>
                <a:off x="1779936" y="4862963"/>
                <a:ext cx="97814" cy="86736"/>
                <a:chOff x="2255186" y="4862963"/>
                <a:chExt cx="97814" cy="86736"/>
              </a:xfrm>
            </p:grpSpPr>
            <p:sp>
              <p:nvSpPr>
                <p:cNvPr id="795" name="Google Shape;795;p19"/>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6" name="Google Shape;796;p19"/>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797" name="Google Shape;797;p19"/>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798" name="Google Shape;798;p19"/>
            <p:cNvGrpSpPr/>
            <p:nvPr/>
          </p:nvGrpSpPr>
          <p:grpSpPr>
            <a:xfrm rot="10800000">
              <a:off x="1308161" y="4862963"/>
              <a:ext cx="97814" cy="86736"/>
              <a:chOff x="2255186" y="4862963"/>
              <a:chExt cx="97814" cy="86736"/>
            </a:xfrm>
          </p:grpSpPr>
          <p:sp>
            <p:nvSpPr>
              <p:cNvPr id="799" name="Google Shape;799;p19"/>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0" name="Google Shape;800;p19"/>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801" name="Google Shape;801;p19"/>
            <p:cNvGrpSpPr/>
            <p:nvPr/>
          </p:nvGrpSpPr>
          <p:grpSpPr>
            <a:xfrm>
              <a:off x="810563" y="4862963"/>
              <a:ext cx="145800" cy="84300"/>
              <a:chOff x="786588" y="4862963"/>
              <a:chExt cx="145800" cy="84300"/>
            </a:xfrm>
          </p:grpSpPr>
          <p:sp>
            <p:nvSpPr>
              <p:cNvPr id="802" name="Google Shape;802;p19"/>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9"/>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9"/>
            <p:cNvGrpSpPr/>
            <p:nvPr/>
          </p:nvGrpSpPr>
          <p:grpSpPr>
            <a:xfrm rot="10800000">
              <a:off x="2703113" y="4865400"/>
              <a:ext cx="145800" cy="84300"/>
              <a:chOff x="786588" y="4862963"/>
              <a:chExt cx="145800" cy="84300"/>
            </a:xfrm>
          </p:grpSpPr>
          <p:sp>
            <p:nvSpPr>
              <p:cNvPr id="805" name="Google Shape;805;p19"/>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9"/>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7" name="Google Shape;807;p19"/>
          <p:cNvSpPr txBox="1"/>
          <p:nvPr>
            <p:ph idx="1" type="subTitle"/>
          </p:nvPr>
        </p:nvSpPr>
        <p:spPr>
          <a:xfrm>
            <a:off x="720000" y="2584050"/>
            <a:ext cx="2336400" cy="511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808" name="Google Shape;808;p19"/>
          <p:cNvSpPr txBox="1"/>
          <p:nvPr>
            <p:ph idx="2" type="subTitle"/>
          </p:nvPr>
        </p:nvSpPr>
        <p:spPr>
          <a:xfrm>
            <a:off x="720000" y="3095255"/>
            <a:ext cx="23364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809" name="Google Shape;809;p19"/>
          <p:cNvSpPr txBox="1"/>
          <p:nvPr>
            <p:ph idx="3" type="subTitle"/>
          </p:nvPr>
        </p:nvSpPr>
        <p:spPr>
          <a:xfrm>
            <a:off x="3403800" y="3095256"/>
            <a:ext cx="23364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810" name="Google Shape;810;p19"/>
          <p:cNvSpPr txBox="1"/>
          <p:nvPr>
            <p:ph idx="4" type="subTitle"/>
          </p:nvPr>
        </p:nvSpPr>
        <p:spPr>
          <a:xfrm>
            <a:off x="6087600" y="3095256"/>
            <a:ext cx="23364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gn="ctr">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p:txBody>
      </p:sp>
      <p:sp>
        <p:nvSpPr>
          <p:cNvPr id="811" name="Google Shape;811;p19"/>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2" name="Google Shape;812;p19"/>
          <p:cNvSpPr txBox="1"/>
          <p:nvPr>
            <p:ph idx="5" type="subTitle"/>
          </p:nvPr>
        </p:nvSpPr>
        <p:spPr>
          <a:xfrm>
            <a:off x="3403800" y="2584050"/>
            <a:ext cx="2336400" cy="511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sp>
        <p:nvSpPr>
          <p:cNvPr id="813" name="Google Shape;813;p19"/>
          <p:cNvSpPr txBox="1"/>
          <p:nvPr>
            <p:ph idx="6" type="subTitle"/>
          </p:nvPr>
        </p:nvSpPr>
        <p:spPr>
          <a:xfrm>
            <a:off x="6087600" y="2584050"/>
            <a:ext cx="2336400" cy="511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gn="ctr">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p:txBody>
      </p:sp>
      <p:grpSp>
        <p:nvGrpSpPr>
          <p:cNvPr id="814" name="Google Shape;814;p19"/>
          <p:cNvGrpSpPr/>
          <p:nvPr/>
        </p:nvGrpSpPr>
        <p:grpSpPr>
          <a:xfrm>
            <a:off x="6844854" y="4668587"/>
            <a:ext cx="1584035" cy="416703"/>
            <a:chOff x="6844854" y="4668587"/>
            <a:chExt cx="1584035" cy="416703"/>
          </a:xfrm>
        </p:grpSpPr>
        <p:sp>
          <p:nvSpPr>
            <p:cNvPr id="815" name="Google Shape;815;p19"/>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6" name="Google Shape;816;p19"/>
            <p:cNvGrpSpPr/>
            <p:nvPr/>
          </p:nvGrpSpPr>
          <p:grpSpPr>
            <a:xfrm>
              <a:off x="8054048" y="4823050"/>
              <a:ext cx="138315" cy="107779"/>
              <a:chOff x="1900456" y="4780923"/>
              <a:chExt cx="138315" cy="107779"/>
            </a:xfrm>
          </p:grpSpPr>
          <p:sp>
            <p:nvSpPr>
              <p:cNvPr id="817" name="Google Shape;817;p19"/>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 name="Google Shape;818;p19"/>
              <p:cNvGrpSpPr/>
              <p:nvPr/>
            </p:nvGrpSpPr>
            <p:grpSpPr>
              <a:xfrm>
                <a:off x="1900456" y="4825827"/>
                <a:ext cx="138315" cy="62875"/>
                <a:chOff x="1900456" y="4825827"/>
                <a:chExt cx="138315" cy="62875"/>
              </a:xfrm>
            </p:grpSpPr>
            <p:sp>
              <p:nvSpPr>
                <p:cNvPr id="819" name="Google Shape;819;p19"/>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9"/>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1" name="Google Shape;821;p19"/>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22" name="Shape 822"/>
        <p:cNvGrpSpPr/>
        <p:nvPr/>
      </p:nvGrpSpPr>
      <p:grpSpPr>
        <a:xfrm>
          <a:off x="0" y="0"/>
          <a:ext cx="0" cy="0"/>
          <a:chOff x="0" y="0"/>
          <a:chExt cx="0" cy="0"/>
        </a:xfrm>
      </p:grpSpPr>
      <p:sp>
        <p:nvSpPr>
          <p:cNvPr id="823" name="Google Shape;823;p20"/>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0"/>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6" name="Google Shape;826;p20"/>
          <p:cNvGrpSpPr/>
          <p:nvPr/>
        </p:nvGrpSpPr>
        <p:grpSpPr>
          <a:xfrm>
            <a:off x="4380308" y="177933"/>
            <a:ext cx="201427" cy="210169"/>
            <a:chOff x="5143693" y="188357"/>
            <a:chExt cx="153843" cy="160520"/>
          </a:xfrm>
        </p:grpSpPr>
        <p:sp>
          <p:nvSpPr>
            <p:cNvPr id="827" name="Google Shape;827;p20"/>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9" name="Google Shape;829;p20"/>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0" name="Google Shape;830;p20"/>
          <p:cNvGrpSpPr/>
          <p:nvPr/>
        </p:nvGrpSpPr>
        <p:grpSpPr>
          <a:xfrm>
            <a:off x="3643773" y="202655"/>
            <a:ext cx="236409" cy="169294"/>
            <a:chOff x="3740546" y="215105"/>
            <a:chExt cx="180561" cy="129301"/>
          </a:xfrm>
        </p:grpSpPr>
        <p:sp>
          <p:nvSpPr>
            <p:cNvPr id="831" name="Google Shape;831;p20"/>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20"/>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0"/>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 name="Google Shape;836;p20"/>
          <p:cNvGrpSpPr/>
          <p:nvPr/>
        </p:nvGrpSpPr>
        <p:grpSpPr>
          <a:xfrm>
            <a:off x="8192365" y="205607"/>
            <a:ext cx="236420" cy="186272"/>
            <a:chOff x="8118277" y="187250"/>
            <a:chExt cx="268293" cy="211384"/>
          </a:xfrm>
        </p:grpSpPr>
        <p:sp>
          <p:nvSpPr>
            <p:cNvPr id="837" name="Google Shape;837;p20"/>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0"/>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0"/>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 name="Google Shape;840;p20"/>
          <p:cNvGrpSpPr/>
          <p:nvPr/>
        </p:nvGrpSpPr>
        <p:grpSpPr>
          <a:xfrm>
            <a:off x="715106" y="172001"/>
            <a:ext cx="230574" cy="230597"/>
            <a:chOff x="1869495" y="230908"/>
            <a:chExt cx="117892" cy="117892"/>
          </a:xfrm>
        </p:grpSpPr>
        <p:sp>
          <p:nvSpPr>
            <p:cNvPr id="841" name="Google Shape;841;p20"/>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0"/>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20"/>
          <p:cNvGrpSpPr/>
          <p:nvPr/>
        </p:nvGrpSpPr>
        <p:grpSpPr>
          <a:xfrm>
            <a:off x="715090" y="4722881"/>
            <a:ext cx="2227501" cy="308121"/>
            <a:chOff x="715090" y="4752256"/>
            <a:chExt cx="2227501" cy="308121"/>
          </a:xfrm>
        </p:grpSpPr>
        <p:sp>
          <p:nvSpPr>
            <p:cNvPr id="844" name="Google Shape;844;p20"/>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0"/>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0"/>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0"/>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0"/>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0"/>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0" name="Google Shape;850;p20"/>
            <p:cNvGrpSpPr/>
            <p:nvPr/>
          </p:nvGrpSpPr>
          <p:grpSpPr>
            <a:xfrm>
              <a:off x="2255186" y="4862963"/>
              <a:ext cx="97814" cy="86736"/>
              <a:chOff x="2255186" y="4862963"/>
              <a:chExt cx="97814" cy="86736"/>
            </a:xfrm>
          </p:grpSpPr>
          <p:sp>
            <p:nvSpPr>
              <p:cNvPr id="851" name="Google Shape;851;p20"/>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2" name="Google Shape;852;p20"/>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853" name="Google Shape;853;p20"/>
            <p:cNvGrpSpPr/>
            <p:nvPr/>
          </p:nvGrpSpPr>
          <p:grpSpPr>
            <a:xfrm>
              <a:off x="1767461" y="4862963"/>
              <a:ext cx="122764" cy="86736"/>
              <a:chOff x="1779936" y="4862963"/>
              <a:chExt cx="122764" cy="86736"/>
            </a:xfrm>
          </p:grpSpPr>
          <p:grpSp>
            <p:nvGrpSpPr>
              <p:cNvPr id="854" name="Google Shape;854;p20"/>
              <p:cNvGrpSpPr/>
              <p:nvPr/>
            </p:nvGrpSpPr>
            <p:grpSpPr>
              <a:xfrm>
                <a:off x="1779936" y="4862963"/>
                <a:ext cx="97814" cy="86736"/>
                <a:chOff x="2255186" y="4862963"/>
                <a:chExt cx="97814" cy="86736"/>
              </a:xfrm>
            </p:grpSpPr>
            <p:sp>
              <p:nvSpPr>
                <p:cNvPr id="855" name="Google Shape;855;p20"/>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6" name="Google Shape;856;p20"/>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857" name="Google Shape;857;p20"/>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858" name="Google Shape;858;p20"/>
            <p:cNvGrpSpPr/>
            <p:nvPr/>
          </p:nvGrpSpPr>
          <p:grpSpPr>
            <a:xfrm rot="10800000">
              <a:off x="1308161" y="4862963"/>
              <a:ext cx="97814" cy="86736"/>
              <a:chOff x="2255186" y="4862963"/>
              <a:chExt cx="97814" cy="86736"/>
            </a:xfrm>
          </p:grpSpPr>
          <p:sp>
            <p:nvSpPr>
              <p:cNvPr id="859" name="Google Shape;859;p20"/>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0" name="Google Shape;860;p20"/>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861" name="Google Shape;861;p20"/>
            <p:cNvGrpSpPr/>
            <p:nvPr/>
          </p:nvGrpSpPr>
          <p:grpSpPr>
            <a:xfrm>
              <a:off x="810563" y="4862963"/>
              <a:ext cx="145800" cy="84300"/>
              <a:chOff x="786588" y="4862963"/>
              <a:chExt cx="145800" cy="84300"/>
            </a:xfrm>
          </p:grpSpPr>
          <p:sp>
            <p:nvSpPr>
              <p:cNvPr id="862" name="Google Shape;862;p20"/>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0"/>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 name="Google Shape;864;p20"/>
            <p:cNvGrpSpPr/>
            <p:nvPr/>
          </p:nvGrpSpPr>
          <p:grpSpPr>
            <a:xfrm rot="10800000">
              <a:off x="2703113" y="4865400"/>
              <a:ext cx="145800" cy="84300"/>
              <a:chOff x="786588" y="4862963"/>
              <a:chExt cx="145800" cy="84300"/>
            </a:xfrm>
          </p:grpSpPr>
          <p:sp>
            <p:nvSpPr>
              <p:cNvPr id="865" name="Google Shape;865;p20"/>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0"/>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67" name="Google Shape;867;p20"/>
          <p:cNvSpPr txBox="1"/>
          <p:nvPr>
            <p:ph idx="1" type="subTitle"/>
          </p:nvPr>
        </p:nvSpPr>
        <p:spPr>
          <a:xfrm>
            <a:off x="1509300" y="1479775"/>
            <a:ext cx="28671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8" name="Google Shape;868;p20"/>
          <p:cNvSpPr txBox="1"/>
          <p:nvPr>
            <p:ph idx="2" type="subTitle"/>
          </p:nvPr>
        </p:nvSpPr>
        <p:spPr>
          <a:xfrm>
            <a:off x="1509300" y="1964550"/>
            <a:ext cx="2867100" cy="71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69" name="Google Shape;869;p20"/>
          <p:cNvSpPr txBox="1"/>
          <p:nvPr>
            <p:ph idx="3" type="subTitle"/>
          </p:nvPr>
        </p:nvSpPr>
        <p:spPr>
          <a:xfrm>
            <a:off x="5556901" y="1964550"/>
            <a:ext cx="2867100" cy="71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70" name="Google Shape;870;p20"/>
          <p:cNvSpPr txBox="1"/>
          <p:nvPr>
            <p:ph idx="4" type="subTitle"/>
          </p:nvPr>
        </p:nvSpPr>
        <p:spPr>
          <a:xfrm>
            <a:off x="1509300" y="3430700"/>
            <a:ext cx="2867100" cy="71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71" name="Google Shape;871;p20"/>
          <p:cNvSpPr txBox="1"/>
          <p:nvPr>
            <p:ph idx="5" type="subTitle"/>
          </p:nvPr>
        </p:nvSpPr>
        <p:spPr>
          <a:xfrm>
            <a:off x="5556902" y="3430700"/>
            <a:ext cx="2867100" cy="71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72" name="Google Shape;872;p20"/>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73" name="Google Shape;873;p20"/>
          <p:cNvSpPr txBox="1"/>
          <p:nvPr>
            <p:ph idx="6" type="subTitle"/>
          </p:nvPr>
        </p:nvSpPr>
        <p:spPr>
          <a:xfrm>
            <a:off x="1509300" y="2945900"/>
            <a:ext cx="28671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74" name="Google Shape;874;p20"/>
          <p:cNvSpPr txBox="1"/>
          <p:nvPr>
            <p:ph idx="7" type="subTitle"/>
          </p:nvPr>
        </p:nvSpPr>
        <p:spPr>
          <a:xfrm>
            <a:off x="5556900" y="1479775"/>
            <a:ext cx="28671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75" name="Google Shape;875;p20"/>
          <p:cNvSpPr txBox="1"/>
          <p:nvPr>
            <p:ph idx="8" type="subTitle"/>
          </p:nvPr>
        </p:nvSpPr>
        <p:spPr>
          <a:xfrm>
            <a:off x="5556900" y="2945900"/>
            <a:ext cx="2867100" cy="484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876" name="Google Shape;876;p20"/>
          <p:cNvGrpSpPr/>
          <p:nvPr/>
        </p:nvGrpSpPr>
        <p:grpSpPr>
          <a:xfrm>
            <a:off x="6844854" y="4668587"/>
            <a:ext cx="1584035" cy="416703"/>
            <a:chOff x="6844854" y="4668587"/>
            <a:chExt cx="1584035" cy="416703"/>
          </a:xfrm>
        </p:grpSpPr>
        <p:sp>
          <p:nvSpPr>
            <p:cNvPr id="877" name="Google Shape;877;p20"/>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8" name="Google Shape;878;p20"/>
            <p:cNvGrpSpPr/>
            <p:nvPr/>
          </p:nvGrpSpPr>
          <p:grpSpPr>
            <a:xfrm>
              <a:off x="8054048" y="4823050"/>
              <a:ext cx="138315" cy="107779"/>
              <a:chOff x="1900456" y="4780923"/>
              <a:chExt cx="138315" cy="107779"/>
            </a:xfrm>
          </p:grpSpPr>
          <p:sp>
            <p:nvSpPr>
              <p:cNvPr id="879" name="Google Shape;879;p20"/>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0" name="Google Shape;880;p20"/>
              <p:cNvGrpSpPr/>
              <p:nvPr/>
            </p:nvGrpSpPr>
            <p:grpSpPr>
              <a:xfrm>
                <a:off x="1900456" y="4825827"/>
                <a:ext cx="138315" cy="62875"/>
                <a:chOff x="1900456" y="4825827"/>
                <a:chExt cx="138315" cy="62875"/>
              </a:xfrm>
            </p:grpSpPr>
            <p:sp>
              <p:nvSpPr>
                <p:cNvPr id="881" name="Google Shape;881;p20"/>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0"/>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83" name="Google Shape;883;p20"/>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
    <p:spTree>
      <p:nvGrpSpPr>
        <p:cNvPr id="884" name="Shape 884"/>
        <p:cNvGrpSpPr/>
        <p:nvPr/>
      </p:nvGrpSpPr>
      <p:grpSpPr>
        <a:xfrm>
          <a:off x="0" y="0"/>
          <a:ext cx="0" cy="0"/>
          <a:chOff x="0" y="0"/>
          <a:chExt cx="0" cy="0"/>
        </a:xfrm>
      </p:grpSpPr>
      <p:sp>
        <p:nvSpPr>
          <p:cNvPr id="885" name="Google Shape;885;p21"/>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1"/>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1"/>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8" name="Google Shape;888;p21"/>
          <p:cNvGrpSpPr/>
          <p:nvPr/>
        </p:nvGrpSpPr>
        <p:grpSpPr>
          <a:xfrm>
            <a:off x="4380308" y="177933"/>
            <a:ext cx="201427" cy="210169"/>
            <a:chOff x="5143693" y="188357"/>
            <a:chExt cx="153843" cy="160520"/>
          </a:xfrm>
        </p:grpSpPr>
        <p:sp>
          <p:nvSpPr>
            <p:cNvPr id="889" name="Google Shape;889;p21"/>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1"/>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1" name="Google Shape;891;p21"/>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2" name="Google Shape;892;p21"/>
          <p:cNvGrpSpPr/>
          <p:nvPr/>
        </p:nvGrpSpPr>
        <p:grpSpPr>
          <a:xfrm>
            <a:off x="3643773" y="202655"/>
            <a:ext cx="236409" cy="169294"/>
            <a:chOff x="3740546" y="215105"/>
            <a:chExt cx="180561" cy="129301"/>
          </a:xfrm>
        </p:grpSpPr>
        <p:sp>
          <p:nvSpPr>
            <p:cNvPr id="893" name="Google Shape;893;p21"/>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1"/>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1"/>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6" name="Google Shape;896;p21"/>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1"/>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8" name="Google Shape;898;p21"/>
          <p:cNvGrpSpPr/>
          <p:nvPr/>
        </p:nvGrpSpPr>
        <p:grpSpPr>
          <a:xfrm>
            <a:off x="8192365" y="205607"/>
            <a:ext cx="236420" cy="186272"/>
            <a:chOff x="8118277" y="187250"/>
            <a:chExt cx="268293" cy="211384"/>
          </a:xfrm>
        </p:grpSpPr>
        <p:sp>
          <p:nvSpPr>
            <p:cNvPr id="899" name="Google Shape;899;p21"/>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1"/>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 name="Google Shape;902;p21"/>
          <p:cNvGrpSpPr/>
          <p:nvPr/>
        </p:nvGrpSpPr>
        <p:grpSpPr>
          <a:xfrm>
            <a:off x="715106" y="172001"/>
            <a:ext cx="230574" cy="230597"/>
            <a:chOff x="1869495" y="230908"/>
            <a:chExt cx="117892" cy="117892"/>
          </a:xfrm>
        </p:grpSpPr>
        <p:sp>
          <p:nvSpPr>
            <p:cNvPr id="903" name="Google Shape;903;p21"/>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21"/>
          <p:cNvGrpSpPr/>
          <p:nvPr/>
        </p:nvGrpSpPr>
        <p:grpSpPr>
          <a:xfrm>
            <a:off x="715090" y="4722881"/>
            <a:ext cx="2227501" cy="308121"/>
            <a:chOff x="715090" y="4752256"/>
            <a:chExt cx="2227501" cy="308121"/>
          </a:xfrm>
        </p:grpSpPr>
        <p:sp>
          <p:nvSpPr>
            <p:cNvPr id="906" name="Google Shape;906;p21"/>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1"/>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1"/>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1"/>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21"/>
            <p:cNvGrpSpPr/>
            <p:nvPr/>
          </p:nvGrpSpPr>
          <p:grpSpPr>
            <a:xfrm>
              <a:off x="2255186" y="4862963"/>
              <a:ext cx="97814" cy="86736"/>
              <a:chOff x="2255186" y="4862963"/>
              <a:chExt cx="97814" cy="86736"/>
            </a:xfrm>
          </p:grpSpPr>
          <p:sp>
            <p:nvSpPr>
              <p:cNvPr id="913" name="Google Shape;913;p2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4" name="Google Shape;914;p2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15" name="Google Shape;915;p21"/>
            <p:cNvGrpSpPr/>
            <p:nvPr/>
          </p:nvGrpSpPr>
          <p:grpSpPr>
            <a:xfrm>
              <a:off x="1767461" y="4862963"/>
              <a:ext cx="122764" cy="86736"/>
              <a:chOff x="1779936" y="4862963"/>
              <a:chExt cx="122764" cy="86736"/>
            </a:xfrm>
          </p:grpSpPr>
          <p:grpSp>
            <p:nvGrpSpPr>
              <p:cNvPr id="916" name="Google Shape;916;p21"/>
              <p:cNvGrpSpPr/>
              <p:nvPr/>
            </p:nvGrpSpPr>
            <p:grpSpPr>
              <a:xfrm>
                <a:off x="1779936" y="4862963"/>
                <a:ext cx="97814" cy="86736"/>
                <a:chOff x="2255186" y="4862963"/>
                <a:chExt cx="97814" cy="86736"/>
              </a:xfrm>
            </p:grpSpPr>
            <p:sp>
              <p:nvSpPr>
                <p:cNvPr id="917" name="Google Shape;917;p2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8" name="Google Shape;918;p2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919" name="Google Shape;919;p21"/>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20" name="Google Shape;920;p21"/>
            <p:cNvGrpSpPr/>
            <p:nvPr/>
          </p:nvGrpSpPr>
          <p:grpSpPr>
            <a:xfrm rot="10800000">
              <a:off x="1308161" y="4862963"/>
              <a:ext cx="97814" cy="86736"/>
              <a:chOff x="2255186" y="4862963"/>
              <a:chExt cx="97814" cy="86736"/>
            </a:xfrm>
          </p:grpSpPr>
          <p:sp>
            <p:nvSpPr>
              <p:cNvPr id="921" name="Google Shape;921;p21"/>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2" name="Google Shape;922;p21"/>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23" name="Google Shape;923;p21"/>
            <p:cNvGrpSpPr/>
            <p:nvPr/>
          </p:nvGrpSpPr>
          <p:grpSpPr>
            <a:xfrm>
              <a:off x="810563" y="4862963"/>
              <a:ext cx="145800" cy="84300"/>
              <a:chOff x="786588" y="4862963"/>
              <a:chExt cx="145800" cy="84300"/>
            </a:xfrm>
          </p:grpSpPr>
          <p:sp>
            <p:nvSpPr>
              <p:cNvPr id="924" name="Google Shape;924;p21"/>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21"/>
            <p:cNvGrpSpPr/>
            <p:nvPr/>
          </p:nvGrpSpPr>
          <p:grpSpPr>
            <a:xfrm rot="10800000">
              <a:off x="2703113" y="4865400"/>
              <a:ext cx="145800" cy="84300"/>
              <a:chOff x="786588" y="4862963"/>
              <a:chExt cx="145800" cy="84300"/>
            </a:xfrm>
          </p:grpSpPr>
          <p:sp>
            <p:nvSpPr>
              <p:cNvPr id="927" name="Google Shape;927;p21"/>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1"/>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9" name="Google Shape;929;p21"/>
          <p:cNvSpPr txBox="1"/>
          <p:nvPr>
            <p:ph type="title"/>
          </p:nvPr>
        </p:nvSpPr>
        <p:spPr>
          <a:xfrm>
            <a:off x="1759050" y="535000"/>
            <a:ext cx="5625900" cy="972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30" name="Google Shape;930;p21"/>
          <p:cNvSpPr txBox="1"/>
          <p:nvPr>
            <p:ph hasCustomPrompt="1" idx="2" type="title"/>
          </p:nvPr>
        </p:nvSpPr>
        <p:spPr>
          <a:xfrm>
            <a:off x="715100" y="1769150"/>
            <a:ext cx="1313100" cy="468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931" name="Google Shape;931;p21"/>
          <p:cNvSpPr txBox="1"/>
          <p:nvPr>
            <p:ph idx="1" type="subTitle"/>
          </p:nvPr>
        </p:nvSpPr>
        <p:spPr>
          <a:xfrm>
            <a:off x="715100" y="2237750"/>
            <a:ext cx="3547800" cy="78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32" name="Google Shape;932;p21"/>
          <p:cNvSpPr txBox="1"/>
          <p:nvPr>
            <p:ph hasCustomPrompt="1" idx="3" type="title"/>
          </p:nvPr>
        </p:nvSpPr>
        <p:spPr>
          <a:xfrm>
            <a:off x="4876200" y="1769150"/>
            <a:ext cx="1313100" cy="468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933" name="Google Shape;933;p21"/>
          <p:cNvSpPr txBox="1"/>
          <p:nvPr>
            <p:ph idx="4" type="subTitle"/>
          </p:nvPr>
        </p:nvSpPr>
        <p:spPr>
          <a:xfrm>
            <a:off x="4876200" y="2237775"/>
            <a:ext cx="3547800" cy="78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34" name="Google Shape;934;p21"/>
          <p:cNvSpPr txBox="1"/>
          <p:nvPr>
            <p:ph hasCustomPrompt="1" idx="5" type="title"/>
          </p:nvPr>
        </p:nvSpPr>
        <p:spPr>
          <a:xfrm>
            <a:off x="2798100" y="3283075"/>
            <a:ext cx="1313100" cy="468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935" name="Google Shape;935;p21"/>
          <p:cNvSpPr txBox="1"/>
          <p:nvPr>
            <p:ph idx="6" type="subTitle"/>
          </p:nvPr>
        </p:nvSpPr>
        <p:spPr>
          <a:xfrm>
            <a:off x="2798100" y="3751675"/>
            <a:ext cx="3547800" cy="78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36" name="Google Shape;936;p21"/>
          <p:cNvGrpSpPr/>
          <p:nvPr/>
        </p:nvGrpSpPr>
        <p:grpSpPr>
          <a:xfrm>
            <a:off x="6844854" y="4668587"/>
            <a:ext cx="1584035" cy="416703"/>
            <a:chOff x="6844854" y="4668587"/>
            <a:chExt cx="1584035" cy="416703"/>
          </a:xfrm>
        </p:grpSpPr>
        <p:sp>
          <p:nvSpPr>
            <p:cNvPr id="937" name="Google Shape;937;p21"/>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8" name="Google Shape;938;p21"/>
            <p:cNvGrpSpPr/>
            <p:nvPr/>
          </p:nvGrpSpPr>
          <p:grpSpPr>
            <a:xfrm>
              <a:off x="8054048" y="4823050"/>
              <a:ext cx="138315" cy="107779"/>
              <a:chOff x="1900456" y="4780923"/>
              <a:chExt cx="138315" cy="107779"/>
            </a:xfrm>
          </p:grpSpPr>
          <p:sp>
            <p:nvSpPr>
              <p:cNvPr id="939" name="Google Shape;939;p21"/>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0" name="Google Shape;940;p21"/>
              <p:cNvGrpSpPr/>
              <p:nvPr/>
            </p:nvGrpSpPr>
            <p:grpSpPr>
              <a:xfrm>
                <a:off x="1900456" y="4825827"/>
                <a:ext cx="138315" cy="62875"/>
                <a:chOff x="1900456" y="4825827"/>
                <a:chExt cx="138315" cy="62875"/>
              </a:xfrm>
            </p:grpSpPr>
            <p:sp>
              <p:nvSpPr>
                <p:cNvPr id="941" name="Google Shape;941;p21"/>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1"/>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3" name="Google Shape;943;p21"/>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44" name="Shape 944"/>
        <p:cNvGrpSpPr/>
        <p:nvPr/>
      </p:nvGrpSpPr>
      <p:grpSpPr>
        <a:xfrm>
          <a:off x="0" y="0"/>
          <a:ext cx="0" cy="0"/>
          <a:chOff x="0" y="0"/>
          <a:chExt cx="0" cy="0"/>
        </a:xfrm>
      </p:grpSpPr>
      <p:sp>
        <p:nvSpPr>
          <p:cNvPr id="945" name="Google Shape;945;p22"/>
          <p:cNvSpPr txBox="1"/>
          <p:nvPr>
            <p:ph idx="1" type="subTitle"/>
          </p:nvPr>
        </p:nvSpPr>
        <p:spPr>
          <a:xfrm>
            <a:off x="889150" y="1332650"/>
            <a:ext cx="3264000" cy="48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46" name="Google Shape;946;p22"/>
          <p:cNvSpPr txBox="1"/>
          <p:nvPr>
            <p:ph idx="2" type="subTitle"/>
          </p:nvPr>
        </p:nvSpPr>
        <p:spPr>
          <a:xfrm>
            <a:off x="796750" y="1947975"/>
            <a:ext cx="3653100" cy="218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595959"/>
              </a:buClr>
              <a:buSzPts val="1400"/>
              <a:buFont typeface="Anaheim"/>
              <a:buChar char="●"/>
              <a:defRPr>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sp>
        <p:nvSpPr>
          <p:cNvPr id="947" name="Google Shape;947;p22"/>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48" name="Google Shape;948;p22"/>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1" name="Google Shape;951;p22"/>
          <p:cNvGrpSpPr/>
          <p:nvPr/>
        </p:nvGrpSpPr>
        <p:grpSpPr>
          <a:xfrm>
            <a:off x="4380308" y="177933"/>
            <a:ext cx="201427" cy="210169"/>
            <a:chOff x="5143693" y="188357"/>
            <a:chExt cx="153843" cy="160520"/>
          </a:xfrm>
        </p:grpSpPr>
        <p:sp>
          <p:nvSpPr>
            <p:cNvPr id="952" name="Google Shape;952;p22"/>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4" name="Google Shape;954;p22"/>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22"/>
          <p:cNvGrpSpPr/>
          <p:nvPr/>
        </p:nvGrpSpPr>
        <p:grpSpPr>
          <a:xfrm>
            <a:off x="3643773" y="202655"/>
            <a:ext cx="236409" cy="169294"/>
            <a:chOff x="3740546" y="215105"/>
            <a:chExt cx="180561" cy="129301"/>
          </a:xfrm>
        </p:grpSpPr>
        <p:sp>
          <p:nvSpPr>
            <p:cNvPr id="956" name="Google Shape;956;p22"/>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9" name="Google Shape;959;p22"/>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1" name="Google Shape;961;p22"/>
          <p:cNvGrpSpPr/>
          <p:nvPr/>
        </p:nvGrpSpPr>
        <p:grpSpPr>
          <a:xfrm>
            <a:off x="8192365" y="205607"/>
            <a:ext cx="236420" cy="186272"/>
            <a:chOff x="8118277" y="187250"/>
            <a:chExt cx="268293" cy="211384"/>
          </a:xfrm>
        </p:grpSpPr>
        <p:sp>
          <p:nvSpPr>
            <p:cNvPr id="962" name="Google Shape;962;p22"/>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2"/>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2"/>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2"/>
          <p:cNvGrpSpPr/>
          <p:nvPr/>
        </p:nvGrpSpPr>
        <p:grpSpPr>
          <a:xfrm>
            <a:off x="715106" y="172001"/>
            <a:ext cx="230574" cy="230597"/>
            <a:chOff x="1869495" y="230908"/>
            <a:chExt cx="117892" cy="117892"/>
          </a:xfrm>
        </p:grpSpPr>
        <p:sp>
          <p:nvSpPr>
            <p:cNvPr id="966" name="Google Shape;966;p22"/>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8" name="Google Shape;968;p22"/>
          <p:cNvGrpSpPr/>
          <p:nvPr/>
        </p:nvGrpSpPr>
        <p:grpSpPr>
          <a:xfrm>
            <a:off x="715090" y="4722881"/>
            <a:ext cx="2227501" cy="308121"/>
            <a:chOff x="715090" y="4752256"/>
            <a:chExt cx="2227501" cy="308121"/>
          </a:xfrm>
        </p:grpSpPr>
        <p:sp>
          <p:nvSpPr>
            <p:cNvPr id="969" name="Google Shape;969;p22"/>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5" name="Google Shape;975;p22"/>
            <p:cNvGrpSpPr/>
            <p:nvPr/>
          </p:nvGrpSpPr>
          <p:grpSpPr>
            <a:xfrm>
              <a:off x="2255186" y="4862963"/>
              <a:ext cx="97814" cy="86736"/>
              <a:chOff x="2255186" y="4862963"/>
              <a:chExt cx="97814" cy="86736"/>
            </a:xfrm>
          </p:grpSpPr>
          <p:sp>
            <p:nvSpPr>
              <p:cNvPr id="976" name="Google Shape;976;p22"/>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7" name="Google Shape;977;p22"/>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78" name="Google Shape;978;p22"/>
            <p:cNvGrpSpPr/>
            <p:nvPr/>
          </p:nvGrpSpPr>
          <p:grpSpPr>
            <a:xfrm>
              <a:off x="1767461" y="4862963"/>
              <a:ext cx="122764" cy="86736"/>
              <a:chOff x="1779936" y="4862963"/>
              <a:chExt cx="122764" cy="86736"/>
            </a:xfrm>
          </p:grpSpPr>
          <p:grpSp>
            <p:nvGrpSpPr>
              <p:cNvPr id="979" name="Google Shape;979;p22"/>
              <p:cNvGrpSpPr/>
              <p:nvPr/>
            </p:nvGrpSpPr>
            <p:grpSpPr>
              <a:xfrm>
                <a:off x="1779936" y="4862963"/>
                <a:ext cx="97814" cy="86736"/>
                <a:chOff x="2255186" y="4862963"/>
                <a:chExt cx="97814" cy="86736"/>
              </a:xfrm>
            </p:grpSpPr>
            <p:sp>
              <p:nvSpPr>
                <p:cNvPr id="980" name="Google Shape;980;p22"/>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1" name="Google Shape;981;p22"/>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982" name="Google Shape;982;p22"/>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83" name="Google Shape;983;p22"/>
            <p:cNvGrpSpPr/>
            <p:nvPr/>
          </p:nvGrpSpPr>
          <p:grpSpPr>
            <a:xfrm rot="10800000">
              <a:off x="1308161" y="4862963"/>
              <a:ext cx="97814" cy="86736"/>
              <a:chOff x="2255186" y="4862963"/>
              <a:chExt cx="97814" cy="86736"/>
            </a:xfrm>
          </p:grpSpPr>
          <p:sp>
            <p:nvSpPr>
              <p:cNvPr id="984" name="Google Shape;984;p22"/>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5" name="Google Shape;985;p22"/>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986" name="Google Shape;986;p22"/>
            <p:cNvGrpSpPr/>
            <p:nvPr/>
          </p:nvGrpSpPr>
          <p:grpSpPr>
            <a:xfrm>
              <a:off x="810563" y="4862963"/>
              <a:ext cx="145800" cy="84300"/>
              <a:chOff x="786588" y="4862963"/>
              <a:chExt cx="145800" cy="84300"/>
            </a:xfrm>
          </p:grpSpPr>
          <p:sp>
            <p:nvSpPr>
              <p:cNvPr id="987" name="Google Shape;987;p22"/>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2"/>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2"/>
            <p:cNvGrpSpPr/>
            <p:nvPr/>
          </p:nvGrpSpPr>
          <p:grpSpPr>
            <a:xfrm rot="10800000">
              <a:off x="2703113" y="4865400"/>
              <a:ext cx="145800" cy="84300"/>
              <a:chOff x="786588" y="4862963"/>
              <a:chExt cx="145800" cy="84300"/>
            </a:xfrm>
          </p:grpSpPr>
          <p:sp>
            <p:nvSpPr>
              <p:cNvPr id="990" name="Google Shape;990;p22"/>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2" name="Google Shape;992;p22"/>
          <p:cNvSpPr txBox="1"/>
          <p:nvPr>
            <p:ph idx="3" type="subTitle"/>
          </p:nvPr>
        </p:nvSpPr>
        <p:spPr>
          <a:xfrm>
            <a:off x="4863300" y="1332650"/>
            <a:ext cx="3264000" cy="48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93" name="Google Shape;993;p22"/>
          <p:cNvSpPr txBox="1"/>
          <p:nvPr>
            <p:ph idx="4" type="subTitle"/>
          </p:nvPr>
        </p:nvSpPr>
        <p:spPr>
          <a:xfrm>
            <a:off x="4770900" y="1947975"/>
            <a:ext cx="3653100" cy="218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595959"/>
              </a:buClr>
              <a:buSzPts val="1400"/>
              <a:buFont typeface="Anaheim"/>
              <a:buChar char="●"/>
              <a:defRPr>
                <a:solidFill>
                  <a:schemeClr val="dk2"/>
                </a:solidFill>
                <a:latin typeface="Mulish Medium"/>
                <a:ea typeface="Mulish Medium"/>
                <a:cs typeface="Mulish Medium"/>
                <a:sym typeface="Mulish Medium"/>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grpSp>
        <p:nvGrpSpPr>
          <p:cNvPr id="994" name="Google Shape;994;p22"/>
          <p:cNvGrpSpPr/>
          <p:nvPr/>
        </p:nvGrpSpPr>
        <p:grpSpPr>
          <a:xfrm>
            <a:off x="6844854" y="4668587"/>
            <a:ext cx="1584035" cy="416703"/>
            <a:chOff x="6844854" y="4668587"/>
            <a:chExt cx="1584035" cy="416703"/>
          </a:xfrm>
        </p:grpSpPr>
        <p:sp>
          <p:nvSpPr>
            <p:cNvPr id="995" name="Google Shape;995;p22"/>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6" name="Google Shape;996;p22"/>
            <p:cNvGrpSpPr/>
            <p:nvPr/>
          </p:nvGrpSpPr>
          <p:grpSpPr>
            <a:xfrm>
              <a:off x="8054048" y="4823050"/>
              <a:ext cx="138315" cy="107779"/>
              <a:chOff x="1900456" y="4780923"/>
              <a:chExt cx="138315" cy="107779"/>
            </a:xfrm>
          </p:grpSpPr>
          <p:sp>
            <p:nvSpPr>
              <p:cNvPr id="997" name="Google Shape;997;p22"/>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8" name="Google Shape;998;p22"/>
              <p:cNvGrpSpPr/>
              <p:nvPr/>
            </p:nvGrpSpPr>
            <p:grpSpPr>
              <a:xfrm>
                <a:off x="1900456" y="4825827"/>
                <a:ext cx="138315" cy="62875"/>
                <a:chOff x="1900456" y="4825827"/>
                <a:chExt cx="138315" cy="62875"/>
              </a:xfrm>
            </p:grpSpPr>
            <p:sp>
              <p:nvSpPr>
                <p:cNvPr id="999" name="Google Shape;999;p22"/>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1" name="Google Shape;1001;p22"/>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02" name="Shape 1002"/>
        <p:cNvGrpSpPr/>
        <p:nvPr/>
      </p:nvGrpSpPr>
      <p:grpSpPr>
        <a:xfrm>
          <a:off x="0" y="0"/>
          <a:ext cx="0" cy="0"/>
          <a:chOff x="0" y="0"/>
          <a:chExt cx="0" cy="0"/>
        </a:xfrm>
      </p:grpSpPr>
      <p:sp>
        <p:nvSpPr>
          <p:cNvPr id="1003" name="Google Shape;1003;p23"/>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04" name="Google Shape;1004;p23"/>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4180625" y="74650"/>
            <a:ext cx="600600" cy="468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 name="Google Shape;1007;p23"/>
          <p:cNvGrpSpPr/>
          <p:nvPr/>
        </p:nvGrpSpPr>
        <p:grpSpPr>
          <a:xfrm>
            <a:off x="4380308" y="177933"/>
            <a:ext cx="201427" cy="210169"/>
            <a:chOff x="5143693" y="188357"/>
            <a:chExt cx="153843" cy="160520"/>
          </a:xfrm>
        </p:grpSpPr>
        <p:sp>
          <p:nvSpPr>
            <p:cNvPr id="1008" name="Google Shape;1008;p23"/>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3"/>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0" name="Google Shape;1010;p23"/>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1" name="Google Shape;1011;p23"/>
          <p:cNvGrpSpPr/>
          <p:nvPr/>
        </p:nvGrpSpPr>
        <p:grpSpPr>
          <a:xfrm>
            <a:off x="3643773" y="202655"/>
            <a:ext cx="236409" cy="169294"/>
            <a:chOff x="3740546" y="215105"/>
            <a:chExt cx="180561" cy="129301"/>
          </a:xfrm>
        </p:grpSpPr>
        <p:sp>
          <p:nvSpPr>
            <p:cNvPr id="1012" name="Google Shape;1012;p23"/>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3"/>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5" name="Google Shape;1015;p23"/>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7" name="Google Shape;1017;p23"/>
          <p:cNvGrpSpPr/>
          <p:nvPr/>
        </p:nvGrpSpPr>
        <p:grpSpPr>
          <a:xfrm>
            <a:off x="8192365" y="205607"/>
            <a:ext cx="236420" cy="186272"/>
            <a:chOff x="8118277" y="187250"/>
            <a:chExt cx="268293" cy="211384"/>
          </a:xfrm>
        </p:grpSpPr>
        <p:sp>
          <p:nvSpPr>
            <p:cNvPr id="1018" name="Google Shape;1018;p23"/>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3"/>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3"/>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23"/>
          <p:cNvGrpSpPr/>
          <p:nvPr/>
        </p:nvGrpSpPr>
        <p:grpSpPr>
          <a:xfrm>
            <a:off x="715106" y="172001"/>
            <a:ext cx="230574" cy="230597"/>
            <a:chOff x="1869495" y="230908"/>
            <a:chExt cx="117892" cy="117892"/>
          </a:xfrm>
        </p:grpSpPr>
        <p:sp>
          <p:nvSpPr>
            <p:cNvPr id="1022" name="Google Shape;1022;p23"/>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3"/>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4" name="Google Shape;1024;p23"/>
          <p:cNvGrpSpPr/>
          <p:nvPr/>
        </p:nvGrpSpPr>
        <p:grpSpPr>
          <a:xfrm>
            <a:off x="715090" y="4722881"/>
            <a:ext cx="2227501" cy="308121"/>
            <a:chOff x="715090" y="4752256"/>
            <a:chExt cx="2227501" cy="308121"/>
          </a:xfrm>
        </p:grpSpPr>
        <p:sp>
          <p:nvSpPr>
            <p:cNvPr id="1025" name="Google Shape;1025;p23"/>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3"/>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3"/>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3"/>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3"/>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3"/>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1" name="Google Shape;1031;p23"/>
            <p:cNvGrpSpPr/>
            <p:nvPr/>
          </p:nvGrpSpPr>
          <p:grpSpPr>
            <a:xfrm>
              <a:off x="2255186" y="4862963"/>
              <a:ext cx="97814" cy="86736"/>
              <a:chOff x="2255186" y="4862963"/>
              <a:chExt cx="97814" cy="86736"/>
            </a:xfrm>
          </p:grpSpPr>
          <p:sp>
            <p:nvSpPr>
              <p:cNvPr id="1032" name="Google Shape;1032;p2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3" name="Google Shape;1033;p2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034" name="Google Shape;1034;p23"/>
            <p:cNvGrpSpPr/>
            <p:nvPr/>
          </p:nvGrpSpPr>
          <p:grpSpPr>
            <a:xfrm>
              <a:off x="1767461" y="4862963"/>
              <a:ext cx="122764" cy="86736"/>
              <a:chOff x="1779936" y="4862963"/>
              <a:chExt cx="122764" cy="86736"/>
            </a:xfrm>
          </p:grpSpPr>
          <p:grpSp>
            <p:nvGrpSpPr>
              <p:cNvPr id="1035" name="Google Shape;1035;p23"/>
              <p:cNvGrpSpPr/>
              <p:nvPr/>
            </p:nvGrpSpPr>
            <p:grpSpPr>
              <a:xfrm>
                <a:off x="1779936" y="4862963"/>
                <a:ext cx="97814" cy="86736"/>
                <a:chOff x="2255186" y="4862963"/>
                <a:chExt cx="97814" cy="86736"/>
              </a:xfrm>
            </p:grpSpPr>
            <p:sp>
              <p:nvSpPr>
                <p:cNvPr id="1036" name="Google Shape;1036;p2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7" name="Google Shape;1037;p2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1038" name="Google Shape;1038;p23"/>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23"/>
            <p:cNvGrpSpPr/>
            <p:nvPr/>
          </p:nvGrpSpPr>
          <p:grpSpPr>
            <a:xfrm rot="10800000">
              <a:off x="1308161" y="4862963"/>
              <a:ext cx="97814" cy="86736"/>
              <a:chOff x="2255186" y="4862963"/>
              <a:chExt cx="97814" cy="86736"/>
            </a:xfrm>
          </p:grpSpPr>
          <p:sp>
            <p:nvSpPr>
              <p:cNvPr id="1040" name="Google Shape;1040;p23"/>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1" name="Google Shape;1041;p23"/>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042" name="Google Shape;1042;p23"/>
            <p:cNvGrpSpPr/>
            <p:nvPr/>
          </p:nvGrpSpPr>
          <p:grpSpPr>
            <a:xfrm>
              <a:off x="810563" y="4862963"/>
              <a:ext cx="145800" cy="84300"/>
              <a:chOff x="786588" y="4862963"/>
              <a:chExt cx="145800" cy="84300"/>
            </a:xfrm>
          </p:grpSpPr>
          <p:sp>
            <p:nvSpPr>
              <p:cNvPr id="1043" name="Google Shape;1043;p23"/>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3"/>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5" name="Google Shape;1045;p23"/>
            <p:cNvGrpSpPr/>
            <p:nvPr/>
          </p:nvGrpSpPr>
          <p:grpSpPr>
            <a:xfrm rot="10800000">
              <a:off x="2703113" y="4865400"/>
              <a:ext cx="145800" cy="84300"/>
              <a:chOff x="786588" y="4862963"/>
              <a:chExt cx="145800" cy="84300"/>
            </a:xfrm>
          </p:grpSpPr>
          <p:sp>
            <p:nvSpPr>
              <p:cNvPr id="1046" name="Google Shape;1046;p23"/>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3"/>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8" name="Google Shape;1048;p23"/>
          <p:cNvGrpSpPr/>
          <p:nvPr/>
        </p:nvGrpSpPr>
        <p:grpSpPr>
          <a:xfrm>
            <a:off x="6844854" y="4668587"/>
            <a:ext cx="1584035" cy="416703"/>
            <a:chOff x="6844854" y="4668587"/>
            <a:chExt cx="1584035" cy="416703"/>
          </a:xfrm>
        </p:grpSpPr>
        <p:sp>
          <p:nvSpPr>
            <p:cNvPr id="1049" name="Google Shape;1049;p23"/>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0" name="Google Shape;1050;p23"/>
            <p:cNvGrpSpPr/>
            <p:nvPr/>
          </p:nvGrpSpPr>
          <p:grpSpPr>
            <a:xfrm>
              <a:off x="8054048" y="4823050"/>
              <a:ext cx="138315" cy="107779"/>
              <a:chOff x="1900456" y="4780923"/>
              <a:chExt cx="138315" cy="107779"/>
            </a:xfrm>
          </p:grpSpPr>
          <p:sp>
            <p:nvSpPr>
              <p:cNvPr id="1051" name="Google Shape;1051;p23"/>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2" name="Google Shape;1052;p23"/>
              <p:cNvGrpSpPr/>
              <p:nvPr/>
            </p:nvGrpSpPr>
            <p:grpSpPr>
              <a:xfrm>
                <a:off x="1900456" y="4825827"/>
                <a:ext cx="138315" cy="62875"/>
                <a:chOff x="1900456" y="4825827"/>
                <a:chExt cx="138315" cy="62875"/>
              </a:xfrm>
            </p:grpSpPr>
            <p:sp>
              <p:nvSpPr>
                <p:cNvPr id="1053" name="Google Shape;1053;p23"/>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5" name="Google Shape;1055;p23"/>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056" name="Shape 1056"/>
        <p:cNvGrpSpPr/>
        <p:nvPr/>
      </p:nvGrpSpPr>
      <p:grpSpPr>
        <a:xfrm>
          <a:off x="0" y="0"/>
          <a:ext cx="0" cy="0"/>
          <a:chOff x="0" y="0"/>
          <a:chExt cx="0" cy="0"/>
        </a:xfrm>
      </p:grpSpPr>
      <p:sp>
        <p:nvSpPr>
          <p:cNvPr id="1057" name="Google Shape;1057;p24"/>
          <p:cNvSpPr/>
          <p:nvPr/>
        </p:nvSpPr>
        <p:spPr>
          <a:xfrm>
            <a:off x="-11100" y="543250"/>
            <a:ext cx="9166200" cy="4647300"/>
          </a:xfrm>
          <a:prstGeom prst="round2SameRect">
            <a:avLst>
              <a:gd fmla="val 7482" name="adj1"/>
              <a:gd fmla="val 0" name="adj2"/>
            </a:avLst>
          </a:prstGeom>
          <a:gradFill>
            <a:gsLst>
              <a:gs pos="0">
                <a:srgbClr val="FFFFFF"/>
              </a:gs>
              <a:gs pos="100000">
                <a:srgbClr val="9FA2DD"/>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4"/>
          <p:cNvSpPr/>
          <p:nvPr/>
        </p:nvSpPr>
        <p:spPr>
          <a:xfrm>
            <a:off x="-1470125" y="1337827"/>
            <a:ext cx="13567925" cy="4045561"/>
          </a:xfrm>
          <a:custGeom>
            <a:rect b="b" l="l" r="r" t="t"/>
            <a:pathLst>
              <a:path extrusionOk="0" h="56607" w="15128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4"/>
          <p:cNvSpPr/>
          <p:nvPr/>
        </p:nvSpPr>
        <p:spPr>
          <a:xfrm>
            <a:off x="4180625" y="74650"/>
            <a:ext cx="600600" cy="468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0" name="Google Shape;1060;p24"/>
          <p:cNvGrpSpPr/>
          <p:nvPr/>
        </p:nvGrpSpPr>
        <p:grpSpPr>
          <a:xfrm>
            <a:off x="4380308" y="177933"/>
            <a:ext cx="201427" cy="210169"/>
            <a:chOff x="5143693" y="188357"/>
            <a:chExt cx="153843" cy="160520"/>
          </a:xfrm>
        </p:grpSpPr>
        <p:sp>
          <p:nvSpPr>
            <p:cNvPr id="1061" name="Google Shape;1061;p24"/>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4"/>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3" name="Google Shape;1063;p24"/>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4" name="Google Shape;1064;p24"/>
          <p:cNvGrpSpPr/>
          <p:nvPr/>
        </p:nvGrpSpPr>
        <p:grpSpPr>
          <a:xfrm>
            <a:off x="3643773" y="202655"/>
            <a:ext cx="236409" cy="169294"/>
            <a:chOff x="3740546" y="215105"/>
            <a:chExt cx="180561" cy="129301"/>
          </a:xfrm>
        </p:grpSpPr>
        <p:sp>
          <p:nvSpPr>
            <p:cNvPr id="1065" name="Google Shape;1065;p24"/>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4"/>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8" name="Google Shape;1068;p24"/>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4"/>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0" name="Google Shape;1070;p24"/>
          <p:cNvGrpSpPr/>
          <p:nvPr/>
        </p:nvGrpSpPr>
        <p:grpSpPr>
          <a:xfrm>
            <a:off x="8192365" y="205607"/>
            <a:ext cx="236420" cy="186272"/>
            <a:chOff x="8118277" y="187250"/>
            <a:chExt cx="268293" cy="211384"/>
          </a:xfrm>
        </p:grpSpPr>
        <p:sp>
          <p:nvSpPr>
            <p:cNvPr id="1071" name="Google Shape;1071;p24"/>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4" name="Google Shape;1074;p24"/>
          <p:cNvGrpSpPr/>
          <p:nvPr/>
        </p:nvGrpSpPr>
        <p:grpSpPr>
          <a:xfrm>
            <a:off x="715106" y="172001"/>
            <a:ext cx="230574" cy="230597"/>
            <a:chOff x="1869495" y="230908"/>
            <a:chExt cx="117892" cy="117892"/>
          </a:xfrm>
        </p:grpSpPr>
        <p:sp>
          <p:nvSpPr>
            <p:cNvPr id="1075" name="Google Shape;1075;p24"/>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4"/>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24"/>
          <p:cNvSpPr txBox="1"/>
          <p:nvPr/>
        </p:nvSpPr>
        <p:spPr>
          <a:xfrm>
            <a:off x="1499750" y="3845575"/>
            <a:ext cx="4293900" cy="4926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000">
                <a:solidFill>
                  <a:schemeClr val="dk1"/>
                </a:solidFill>
                <a:latin typeface="Mulish Medium"/>
                <a:ea typeface="Mulish Medium"/>
                <a:cs typeface="Mulish Medium"/>
                <a:sym typeface="Mulish Medium"/>
              </a:rPr>
              <a:t>CREDITS: This presentation template was created by </a:t>
            </a:r>
            <a:r>
              <a:rPr b="1" lang="en" sz="1000">
                <a:solidFill>
                  <a:schemeClr val="dk1"/>
                </a:solidFill>
                <a:uFill>
                  <a:noFill/>
                </a:uFill>
                <a:latin typeface="Mulish"/>
                <a:ea typeface="Mulish"/>
                <a:cs typeface="Mulish"/>
                <a:sym typeface="Mulish"/>
                <a:hlinkClick r:id="rId2">
                  <a:extLst>
                    <a:ext uri="{A12FA001-AC4F-418D-AE19-62706E023703}">
                      <ahyp:hlinkClr val="tx"/>
                    </a:ext>
                  </a:extLst>
                </a:hlinkClick>
              </a:rPr>
              <a:t>Slidesgo</a:t>
            </a:r>
            <a:r>
              <a:rPr lang="en" sz="1000">
                <a:solidFill>
                  <a:schemeClr val="dk1"/>
                </a:solidFill>
                <a:latin typeface="Mulish Medium"/>
                <a:ea typeface="Mulish Medium"/>
                <a:cs typeface="Mulish Medium"/>
                <a:sym typeface="Mulish Medium"/>
              </a:rPr>
              <a:t>, and it includes icons by </a:t>
            </a:r>
            <a:r>
              <a:rPr b="1" lang="en" sz="1000">
                <a:solidFill>
                  <a:schemeClr val="dk1"/>
                </a:solidFill>
                <a:uFill>
                  <a:noFill/>
                </a:uFill>
                <a:latin typeface="Mulish"/>
                <a:ea typeface="Mulish"/>
                <a:cs typeface="Mulish"/>
                <a:sym typeface="Mulish"/>
                <a:hlinkClick r:id="rId3">
                  <a:extLst>
                    <a:ext uri="{A12FA001-AC4F-418D-AE19-62706E023703}">
                      <ahyp:hlinkClr val="tx"/>
                    </a:ext>
                  </a:extLst>
                </a:hlinkClick>
              </a:rPr>
              <a:t>Flaticon</a:t>
            </a:r>
            <a:r>
              <a:rPr lang="en" sz="1000">
                <a:solidFill>
                  <a:schemeClr val="dk1"/>
                </a:solidFill>
                <a:latin typeface="Mulish Medium"/>
                <a:ea typeface="Mulish Medium"/>
                <a:cs typeface="Mulish Medium"/>
                <a:sym typeface="Mulish Medium"/>
              </a:rPr>
              <a:t>, infographics &amp; images by </a:t>
            </a:r>
            <a:r>
              <a:rPr b="1" lang="en" sz="1000">
                <a:solidFill>
                  <a:schemeClr val="dk1"/>
                </a:solidFill>
                <a:uFill>
                  <a:noFill/>
                </a:uFill>
                <a:latin typeface="Mulish"/>
                <a:ea typeface="Mulish"/>
                <a:cs typeface="Mulish"/>
                <a:sym typeface="Mulish"/>
                <a:hlinkClick r:id="rId4">
                  <a:extLst>
                    <a:ext uri="{A12FA001-AC4F-418D-AE19-62706E023703}">
                      <ahyp:hlinkClr val="tx"/>
                    </a:ext>
                  </a:extLst>
                </a:hlinkClick>
              </a:rPr>
              <a:t>Freepik</a:t>
            </a:r>
            <a:endParaRPr b="1">
              <a:solidFill>
                <a:schemeClr val="dk1"/>
              </a:solidFill>
              <a:latin typeface="Mulish"/>
              <a:ea typeface="Mulish"/>
              <a:cs typeface="Mulish"/>
              <a:sym typeface="Mulish"/>
            </a:endParaRPr>
          </a:p>
        </p:txBody>
      </p:sp>
      <p:sp>
        <p:nvSpPr>
          <p:cNvPr id="1078" name="Google Shape;1078;p24"/>
          <p:cNvSpPr txBox="1"/>
          <p:nvPr>
            <p:ph type="ctrTitle"/>
          </p:nvPr>
        </p:nvSpPr>
        <p:spPr>
          <a:xfrm>
            <a:off x="1447275" y="839575"/>
            <a:ext cx="4284000" cy="997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79" name="Google Shape;1079;p24"/>
          <p:cNvSpPr txBox="1"/>
          <p:nvPr>
            <p:ph idx="1" type="subTitle"/>
          </p:nvPr>
        </p:nvSpPr>
        <p:spPr>
          <a:xfrm>
            <a:off x="1466588" y="1807800"/>
            <a:ext cx="4360200" cy="123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600">
                <a:latin typeface="Mulish Medium"/>
                <a:ea typeface="Mulish Medium"/>
                <a:cs typeface="Mulish Medium"/>
                <a:sym typeface="Mulish Medium"/>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080" name="Shape 1080"/>
        <p:cNvGrpSpPr/>
        <p:nvPr/>
      </p:nvGrpSpPr>
      <p:grpSpPr>
        <a:xfrm>
          <a:off x="0" y="0"/>
          <a:ext cx="0" cy="0"/>
          <a:chOff x="0" y="0"/>
          <a:chExt cx="0" cy="0"/>
        </a:xfrm>
      </p:grpSpPr>
      <p:sp>
        <p:nvSpPr>
          <p:cNvPr id="1081" name="Google Shape;1081;p25"/>
          <p:cNvSpPr/>
          <p:nvPr/>
        </p:nvSpPr>
        <p:spPr>
          <a:xfrm>
            <a:off x="0" y="4609488"/>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5"/>
          <p:cNvSpPr/>
          <p:nvPr/>
        </p:nvSpPr>
        <p:spPr>
          <a:xfrm>
            <a:off x="0" y="0"/>
            <a:ext cx="9144000" cy="5349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5"/>
          <p:cNvSpPr/>
          <p:nvPr/>
        </p:nvSpPr>
        <p:spPr>
          <a:xfrm>
            <a:off x="4180625" y="74650"/>
            <a:ext cx="600600" cy="4686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4" name="Google Shape;1084;p25"/>
          <p:cNvGrpSpPr/>
          <p:nvPr/>
        </p:nvGrpSpPr>
        <p:grpSpPr>
          <a:xfrm>
            <a:off x="4380308" y="177933"/>
            <a:ext cx="201427" cy="210169"/>
            <a:chOff x="5143693" y="188357"/>
            <a:chExt cx="153843" cy="160520"/>
          </a:xfrm>
        </p:grpSpPr>
        <p:sp>
          <p:nvSpPr>
            <p:cNvPr id="1085" name="Google Shape;1085;p25"/>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5"/>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7" name="Google Shape;1087;p25"/>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8" name="Google Shape;1088;p25"/>
          <p:cNvGrpSpPr/>
          <p:nvPr/>
        </p:nvGrpSpPr>
        <p:grpSpPr>
          <a:xfrm>
            <a:off x="3643773" y="202655"/>
            <a:ext cx="236409" cy="169294"/>
            <a:chOff x="3740546" y="215105"/>
            <a:chExt cx="180561" cy="129301"/>
          </a:xfrm>
        </p:grpSpPr>
        <p:sp>
          <p:nvSpPr>
            <p:cNvPr id="1089" name="Google Shape;1089;p25"/>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5"/>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2" name="Google Shape;1092;p25"/>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4" name="Google Shape;1094;p25"/>
          <p:cNvGrpSpPr/>
          <p:nvPr/>
        </p:nvGrpSpPr>
        <p:grpSpPr>
          <a:xfrm>
            <a:off x="8192365" y="205607"/>
            <a:ext cx="236420" cy="186272"/>
            <a:chOff x="8118277" y="187250"/>
            <a:chExt cx="268293" cy="211384"/>
          </a:xfrm>
        </p:grpSpPr>
        <p:sp>
          <p:nvSpPr>
            <p:cNvPr id="1095" name="Google Shape;1095;p25"/>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5"/>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25"/>
          <p:cNvGrpSpPr/>
          <p:nvPr/>
        </p:nvGrpSpPr>
        <p:grpSpPr>
          <a:xfrm>
            <a:off x="715106" y="172001"/>
            <a:ext cx="230574" cy="230597"/>
            <a:chOff x="1869495" y="230908"/>
            <a:chExt cx="117892" cy="117892"/>
          </a:xfrm>
        </p:grpSpPr>
        <p:sp>
          <p:nvSpPr>
            <p:cNvPr id="1099" name="Google Shape;1099;p25"/>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5"/>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1" name="Google Shape;1101;p25"/>
          <p:cNvGrpSpPr/>
          <p:nvPr/>
        </p:nvGrpSpPr>
        <p:grpSpPr>
          <a:xfrm>
            <a:off x="715090" y="4722881"/>
            <a:ext cx="2227501" cy="308121"/>
            <a:chOff x="715090" y="4752256"/>
            <a:chExt cx="2227501" cy="308121"/>
          </a:xfrm>
        </p:grpSpPr>
        <p:sp>
          <p:nvSpPr>
            <p:cNvPr id="1102" name="Google Shape;1102;p25"/>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5"/>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5"/>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5"/>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5"/>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8" name="Google Shape;1108;p25"/>
            <p:cNvGrpSpPr/>
            <p:nvPr/>
          </p:nvGrpSpPr>
          <p:grpSpPr>
            <a:xfrm>
              <a:off x="2255186" y="4862963"/>
              <a:ext cx="97814" cy="86736"/>
              <a:chOff x="2255186" y="4862963"/>
              <a:chExt cx="97814" cy="86736"/>
            </a:xfrm>
          </p:grpSpPr>
          <p:sp>
            <p:nvSpPr>
              <p:cNvPr id="1109" name="Google Shape;1109;p2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0" name="Google Shape;1110;p2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11" name="Google Shape;1111;p25"/>
            <p:cNvGrpSpPr/>
            <p:nvPr/>
          </p:nvGrpSpPr>
          <p:grpSpPr>
            <a:xfrm>
              <a:off x="1767461" y="4862963"/>
              <a:ext cx="122764" cy="86736"/>
              <a:chOff x="1779936" y="4862963"/>
              <a:chExt cx="122764" cy="86736"/>
            </a:xfrm>
          </p:grpSpPr>
          <p:grpSp>
            <p:nvGrpSpPr>
              <p:cNvPr id="1112" name="Google Shape;1112;p25"/>
              <p:cNvGrpSpPr/>
              <p:nvPr/>
            </p:nvGrpSpPr>
            <p:grpSpPr>
              <a:xfrm>
                <a:off x="1779936" y="4862963"/>
                <a:ext cx="97814" cy="86736"/>
                <a:chOff x="2255186" y="4862963"/>
                <a:chExt cx="97814" cy="86736"/>
              </a:xfrm>
            </p:grpSpPr>
            <p:sp>
              <p:nvSpPr>
                <p:cNvPr id="1113" name="Google Shape;1113;p2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4" name="Google Shape;1114;p2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1115" name="Google Shape;1115;p25"/>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16" name="Google Shape;1116;p25"/>
            <p:cNvGrpSpPr/>
            <p:nvPr/>
          </p:nvGrpSpPr>
          <p:grpSpPr>
            <a:xfrm rot="10800000">
              <a:off x="1308161" y="4862963"/>
              <a:ext cx="97814" cy="86736"/>
              <a:chOff x="2255186" y="4862963"/>
              <a:chExt cx="97814" cy="86736"/>
            </a:xfrm>
          </p:grpSpPr>
          <p:sp>
            <p:nvSpPr>
              <p:cNvPr id="1117" name="Google Shape;1117;p25"/>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8" name="Google Shape;1118;p25"/>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19" name="Google Shape;1119;p25"/>
            <p:cNvGrpSpPr/>
            <p:nvPr/>
          </p:nvGrpSpPr>
          <p:grpSpPr>
            <a:xfrm>
              <a:off x="810563" y="4862963"/>
              <a:ext cx="145800" cy="84300"/>
              <a:chOff x="786588" y="4862963"/>
              <a:chExt cx="145800" cy="84300"/>
            </a:xfrm>
          </p:grpSpPr>
          <p:sp>
            <p:nvSpPr>
              <p:cNvPr id="1120" name="Google Shape;1120;p2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25"/>
            <p:cNvGrpSpPr/>
            <p:nvPr/>
          </p:nvGrpSpPr>
          <p:grpSpPr>
            <a:xfrm rot="10800000">
              <a:off x="2703113" y="4865400"/>
              <a:ext cx="145800" cy="84300"/>
              <a:chOff x="786588" y="4862963"/>
              <a:chExt cx="145800" cy="84300"/>
            </a:xfrm>
          </p:grpSpPr>
          <p:sp>
            <p:nvSpPr>
              <p:cNvPr id="1123" name="Google Shape;1123;p25"/>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5"/>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5" name="Google Shape;1125;p25"/>
          <p:cNvGrpSpPr/>
          <p:nvPr/>
        </p:nvGrpSpPr>
        <p:grpSpPr>
          <a:xfrm>
            <a:off x="6844854" y="4668587"/>
            <a:ext cx="1584035" cy="416703"/>
            <a:chOff x="6844854" y="4668587"/>
            <a:chExt cx="1584035" cy="416703"/>
          </a:xfrm>
        </p:grpSpPr>
        <p:sp>
          <p:nvSpPr>
            <p:cNvPr id="1126" name="Google Shape;1126;p25"/>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7" name="Google Shape;1127;p25"/>
            <p:cNvGrpSpPr/>
            <p:nvPr/>
          </p:nvGrpSpPr>
          <p:grpSpPr>
            <a:xfrm>
              <a:off x="8054048" y="4823050"/>
              <a:ext cx="138315" cy="107779"/>
              <a:chOff x="1900456" y="4780923"/>
              <a:chExt cx="138315" cy="107779"/>
            </a:xfrm>
          </p:grpSpPr>
          <p:sp>
            <p:nvSpPr>
              <p:cNvPr id="1128" name="Google Shape;1128;p25"/>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9" name="Google Shape;1129;p25"/>
              <p:cNvGrpSpPr/>
              <p:nvPr/>
            </p:nvGrpSpPr>
            <p:grpSpPr>
              <a:xfrm>
                <a:off x="1900456" y="4825827"/>
                <a:ext cx="138315" cy="62875"/>
                <a:chOff x="1900456" y="4825827"/>
                <a:chExt cx="138315" cy="62875"/>
              </a:xfrm>
            </p:grpSpPr>
            <p:sp>
              <p:nvSpPr>
                <p:cNvPr id="1130" name="Google Shape;1130;p25"/>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5"/>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2" name="Google Shape;1132;p25"/>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Mulish Medium"/>
                  <a:ea typeface="Mulish Medium"/>
                  <a:cs typeface="Mulish Medium"/>
                  <a:sym typeface="Mulish Medium"/>
                </a:rPr>
                <a:t>Download:</a:t>
              </a:r>
              <a:endParaRPr sz="1000">
                <a:solidFill>
                  <a:schemeClr val="accent3"/>
                </a:solidFill>
                <a:latin typeface="Mulish Medium"/>
                <a:ea typeface="Mulish Medium"/>
                <a:cs typeface="Mulish Medium"/>
                <a:sym typeface="Mulish Medium"/>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dk1"/>
        </a:solidFill>
      </p:bgPr>
    </p:bg>
    <p:spTree>
      <p:nvGrpSpPr>
        <p:cNvPr id="1133" name="Shape 1133"/>
        <p:cNvGrpSpPr/>
        <p:nvPr/>
      </p:nvGrpSpPr>
      <p:grpSpPr>
        <a:xfrm>
          <a:off x="0" y="0"/>
          <a:ext cx="0" cy="0"/>
          <a:chOff x="0" y="0"/>
          <a:chExt cx="0" cy="0"/>
        </a:xfrm>
      </p:grpSpPr>
      <p:sp>
        <p:nvSpPr>
          <p:cNvPr id="1134" name="Google Shape;1134;p26"/>
          <p:cNvSpPr/>
          <p:nvPr/>
        </p:nvSpPr>
        <p:spPr>
          <a:xfrm>
            <a:off x="0" y="4609488"/>
            <a:ext cx="9144000" cy="534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0" y="0"/>
            <a:ext cx="9144000" cy="534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4180625" y="74650"/>
            <a:ext cx="600600" cy="4686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7" name="Google Shape;1137;p26"/>
          <p:cNvGrpSpPr/>
          <p:nvPr/>
        </p:nvGrpSpPr>
        <p:grpSpPr>
          <a:xfrm>
            <a:off x="4380308" y="177933"/>
            <a:ext cx="201427" cy="210169"/>
            <a:chOff x="5143693" y="188357"/>
            <a:chExt cx="153843" cy="160520"/>
          </a:xfrm>
        </p:grpSpPr>
        <p:sp>
          <p:nvSpPr>
            <p:cNvPr id="1138" name="Google Shape;1138;p26"/>
            <p:cNvSpPr/>
            <p:nvPr/>
          </p:nvSpPr>
          <p:spPr>
            <a:xfrm>
              <a:off x="5187156" y="188357"/>
              <a:ext cx="66914" cy="66914"/>
            </a:xfrm>
            <a:custGeom>
              <a:rect b="b" l="l" r="r" t="t"/>
              <a:pathLst>
                <a:path extrusionOk="0" h="2454" w="2454">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5143693" y="279754"/>
              <a:ext cx="153843" cy="69123"/>
            </a:xfrm>
            <a:custGeom>
              <a:rect b="b" l="l" r="r" t="t"/>
              <a:pathLst>
                <a:path extrusionOk="0" h="2535" w="5642">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0" name="Google Shape;1140;p26"/>
          <p:cNvSpPr/>
          <p:nvPr/>
        </p:nvSpPr>
        <p:spPr>
          <a:xfrm>
            <a:off x="3046826" y="205603"/>
            <a:ext cx="205810" cy="186831"/>
          </a:xfrm>
          <a:custGeom>
            <a:rect b="b" l="l" r="r" t="t"/>
            <a:pathLst>
              <a:path extrusionOk="0" h="5233" w="5765">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26"/>
          <p:cNvGrpSpPr/>
          <p:nvPr/>
        </p:nvGrpSpPr>
        <p:grpSpPr>
          <a:xfrm>
            <a:off x="3643773" y="202655"/>
            <a:ext cx="236409" cy="169294"/>
            <a:chOff x="3740546" y="215105"/>
            <a:chExt cx="180561" cy="129301"/>
          </a:xfrm>
        </p:grpSpPr>
        <p:sp>
          <p:nvSpPr>
            <p:cNvPr id="1142" name="Google Shape;1142;p26"/>
            <p:cNvSpPr/>
            <p:nvPr/>
          </p:nvSpPr>
          <p:spPr>
            <a:xfrm>
              <a:off x="3885414" y="215105"/>
              <a:ext cx="35693" cy="128212"/>
            </a:xfrm>
            <a:custGeom>
              <a:rect b="b" l="l" r="r" t="t"/>
              <a:pathLst>
                <a:path extrusionOk="0" h="4702" w="1309">
                  <a:moveTo>
                    <a:pt x="1" y="1"/>
                  </a:moveTo>
                  <a:lnTo>
                    <a:pt x="1" y="4701"/>
                  </a:lnTo>
                  <a:lnTo>
                    <a:pt x="1309" y="4701"/>
                  </a:lnTo>
                  <a:lnTo>
                    <a:pt x="13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3811875" y="257450"/>
              <a:ext cx="35693" cy="86956"/>
            </a:xfrm>
            <a:custGeom>
              <a:rect b="b" l="l" r="r" t="t"/>
              <a:pathLst>
                <a:path extrusionOk="0" h="3189" w="1309">
                  <a:moveTo>
                    <a:pt x="0" y="1"/>
                  </a:moveTo>
                  <a:lnTo>
                    <a:pt x="0" y="3189"/>
                  </a:lnTo>
                  <a:lnTo>
                    <a:pt x="1308" y="3189"/>
                  </a:lnTo>
                  <a:lnTo>
                    <a:pt x="13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3740546" y="298705"/>
              <a:ext cx="36811" cy="44610"/>
            </a:xfrm>
            <a:custGeom>
              <a:rect b="b" l="l" r="r" t="t"/>
              <a:pathLst>
                <a:path extrusionOk="0" h="1636" w="1350">
                  <a:moveTo>
                    <a:pt x="0" y="0"/>
                  </a:moveTo>
                  <a:lnTo>
                    <a:pt x="0" y="1635"/>
                  </a:lnTo>
                  <a:lnTo>
                    <a:pt x="1349" y="1635"/>
                  </a:lnTo>
                  <a:lnTo>
                    <a:pt x="13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5" name="Google Shape;1145;p26"/>
          <p:cNvSpPr/>
          <p:nvPr/>
        </p:nvSpPr>
        <p:spPr>
          <a:xfrm>
            <a:off x="5081684" y="167690"/>
            <a:ext cx="230592" cy="230600"/>
          </a:xfrm>
          <a:custGeom>
            <a:rect b="b" l="l" r="r" t="t"/>
            <a:pathLst>
              <a:path extrusionOk="0" h="5232" w="5233">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5763846" y="166187"/>
            <a:ext cx="230586" cy="242277"/>
          </a:xfrm>
          <a:custGeom>
            <a:rect b="b" l="l" r="r" t="t"/>
            <a:pathLst>
              <a:path extrusionOk="0" h="6786" w="6459">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7" name="Google Shape;1147;p26"/>
          <p:cNvGrpSpPr/>
          <p:nvPr/>
        </p:nvGrpSpPr>
        <p:grpSpPr>
          <a:xfrm>
            <a:off x="8192365" y="205607"/>
            <a:ext cx="236420" cy="186272"/>
            <a:chOff x="8118277" y="187250"/>
            <a:chExt cx="268293" cy="211384"/>
          </a:xfrm>
        </p:grpSpPr>
        <p:sp>
          <p:nvSpPr>
            <p:cNvPr id="1148" name="Google Shape;1148;p26"/>
            <p:cNvSpPr/>
            <p:nvPr/>
          </p:nvSpPr>
          <p:spPr>
            <a:xfrm>
              <a:off x="8118277" y="187250"/>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a:off x="8118277" y="273097"/>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8118277" y="358945"/>
              <a:ext cx="268293" cy="39689"/>
            </a:xfrm>
            <a:custGeom>
              <a:rect b="b" l="l" r="r" t="t"/>
              <a:pathLst>
                <a:path extrusionOk="0" h="2044" w="30044">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1" name="Google Shape;1151;p26"/>
          <p:cNvGrpSpPr/>
          <p:nvPr/>
        </p:nvGrpSpPr>
        <p:grpSpPr>
          <a:xfrm>
            <a:off x="715106" y="172001"/>
            <a:ext cx="230574" cy="230597"/>
            <a:chOff x="1869495" y="230908"/>
            <a:chExt cx="117892" cy="117892"/>
          </a:xfrm>
        </p:grpSpPr>
        <p:sp>
          <p:nvSpPr>
            <p:cNvPr id="1152" name="Google Shape;1152;p26"/>
            <p:cNvSpPr/>
            <p:nvPr/>
          </p:nvSpPr>
          <p:spPr>
            <a:xfrm>
              <a:off x="1869495" y="230908"/>
              <a:ext cx="105972" cy="105972"/>
            </a:xfrm>
            <a:custGeom>
              <a:rect b="b" l="l" r="r" t="t"/>
              <a:pathLst>
                <a:path extrusionOk="0" h="3271" w="3271">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6"/>
            <p:cNvSpPr/>
            <p:nvPr/>
          </p:nvSpPr>
          <p:spPr>
            <a:xfrm>
              <a:off x="1944979" y="306068"/>
              <a:ext cx="42408" cy="42732"/>
            </a:xfrm>
            <a:custGeom>
              <a:rect b="b" l="l" r="r" t="t"/>
              <a:pathLst>
                <a:path extrusionOk="0" h="1319" w="1309">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4" name="Google Shape;1154;p26"/>
          <p:cNvGrpSpPr/>
          <p:nvPr/>
        </p:nvGrpSpPr>
        <p:grpSpPr>
          <a:xfrm>
            <a:off x="715090" y="4722881"/>
            <a:ext cx="2227501" cy="308121"/>
            <a:chOff x="715090" y="4752256"/>
            <a:chExt cx="2227501" cy="308121"/>
          </a:xfrm>
        </p:grpSpPr>
        <p:sp>
          <p:nvSpPr>
            <p:cNvPr id="1155" name="Google Shape;1155;p26"/>
            <p:cNvSpPr/>
            <p:nvPr/>
          </p:nvSpPr>
          <p:spPr>
            <a:xfrm>
              <a:off x="1181455" y="4752785"/>
              <a:ext cx="347594" cy="306270"/>
            </a:xfrm>
            <a:custGeom>
              <a:rect b="b" l="l" r="r" t="t"/>
              <a:pathLst>
                <a:path extrusionOk="0" h="6952" w="789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6"/>
            <p:cNvSpPr/>
            <p:nvPr/>
          </p:nvSpPr>
          <p:spPr>
            <a:xfrm>
              <a:off x="2128634" y="4752785"/>
              <a:ext cx="347594" cy="306006"/>
            </a:xfrm>
            <a:custGeom>
              <a:rect b="b" l="l" r="r" t="t"/>
              <a:pathLst>
                <a:path extrusionOk="0" h="6946" w="789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6"/>
            <p:cNvSpPr/>
            <p:nvPr/>
          </p:nvSpPr>
          <p:spPr>
            <a:xfrm>
              <a:off x="1662269" y="4752256"/>
              <a:ext cx="334950" cy="306623"/>
            </a:xfrm>
            <a:custGeom>
              <a:rect b="b" l="l" r="r" t="t"/>
              <a:pathLst>
                <a:path extrusionOk="0" h="6960" w="7603">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6"/>
            <p:cNvSpPr/>
            <p:nvPr/>
          </p:nvSpPr>
          <p:spPr>
            <a:xfrm>
              <a:off x="715090" y="4754723"/>
              <a:ext cx="336756" cy="305654"/>
            </a:xfrm>
            <a:custGeom>
              <a:rect b="b" l="l" r="r" t="t"/>
              <a:pathLst>
                <a:path extrusionOk="0" h="6938" w="7644">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6"/>
            <p:cNvSpPr/>
            <p:nvPr/>
          </p:nvSpPr>
          <p:spPr>
            <a:xfrm>
              <a:off x="2607642" y="4752697"/>
              <a:ext cx="334950" cy="306623"/>
            </a:xfrm>
            <a:custGeom>
              <a:rect b="b" l="l" r="r" t="t"/>
              <a:pathLst>
                <a:path extrusionOk="0" h="6960" w="7603">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1" name="Google Shape;1161;p26"/>
            <p:cNvGrpSpPr/>
            <p:nvPr/>
          </p:nvGrpSpPr>
          <p:grpSpPr>
            <a:xfrm>
              <a:off x="2255186" y="4862963"/>
              <a:ext cx="97814" cy="86736"/>
              <a:chOff x="2255186" y="4862963"/>
              <a:chExt cx="97814" cy="86736"/>
            </a:xfrm>
          </p:grpSpPr>
          <p:sp>
            <p:nvSpPr>
              <p:cNvPr id="1162" name="Google Shape;1162;p2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3" name="Google Shape;1163;p2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64" name="Google Shape;1164;p26"/>
            <p:cNvGrpSpPr/>
            <p:nvPr/>
          </p:nvGrpSpPr>
          <p:grpSpPr>
            <a:xfrm>
              <a:off x="1767461" y="4862963"/>
              <a:ext cx="122764" cy="86736"/>
              <a:chOff x="1779936" y="4862963"/>
              <a:chExt cx="122764" cy="86736"/>
            </a:xfrm>
          </p:grpSpPr>
          <p:grpSp>
            <p:nvGrpSpPr>
              <p:cNvPr id="1165" name="Google Shape;1165;p26"/>
              <p:cNvGrpSpPr/>
              <p:nvPr/>
            </p:nvGrpSpPr>
            <p:grpSpPr>
              <a:xfrm>
                <a:off x="1779936" y="4862963"/>
                <a:ext cx="97814" cy="86736"/>
                <a:chOff x="2255186" y="4862963"/>
                <a:chExt cx="97814" cy="86736"/>
              </a:xfrm>
            </p:grpSpPr>
            <p:sp>
              <p:nvSpPr>
                <p:cNvPr id="1166" name="Google Shape;1166;p2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7" name="Google Shape;1167;p2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cxnSp>
            <p:nvCxnSpPr>
              <p:cNvPr id="1168" name="Google Shape;1168;p26"/>
              <p:cNvCxnSpPr/>
              <p:nvPr/>
            </p:nvCxnSpPr>
            <p:spPr>
              <a:xfrm>
                <a:off x="19027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69" name="Google Shape;1169;p26"/>
            <p:cNvGrpSpPr/>
            <p:nvPr/>
          </p:nvGrpSpPr>
          <p:grpSpPr>
            <a:xfrm rot="10800000">
              <a:off x="1308161" y="4862963"/>
              <a:ext cx="97814" cy="86736"/>
              <a:chOff x="2255186" y="4862963"/>
              <a:chExt cx="97814" cy="86736"/>
            </a:xfrm>
          </p:grpSpPr>
          <p:sp>
            <p:nvSpPr>
              <p:cNvPr id="1170" name="Google Shape;1170;p26"/>
              <p:cNvSpPr/>
              <p:nvPr/>
            </p:nvSpPr>
            <p:spPr>
              <a:xfrm rot="5400000">
                <a:off x="2249486" y="4871098"/>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1" name="Google Shape;1171;p26"/>
              <p:cNvCxnSpPr/>
              <p:nvPr/>
            </p:nvCxnSpPr>
            <p:spPr>
              <a:xfrm>
                <a:off x="2353000" y="4862963"/>
                <a:ext cx="0" cy="85200"/>
              </a:xfrm>
              <a:prstGeom prst="straightConnector1">
                <a:avLst/>
              </a:prstGeom>
              <a:noFill/>
              <a:ln cap="flat" cmpd="sng" w="9525">
                <a:solidFill>
                  <a:schemeClr val="dk2"/>
                </a:solidFill>
                <a:prstDash val="solid"/>
                <a:round/>
                <a:headEnd len="med" w="med" type="none"/>
                <a:tailEnd len="med" w="med" type="none"/>
              </a:ln>
            </p:spPr>
          </p:cxnSp>
        </p:grpSp>
        <p:grpSp>
          <p:nvGrpSpPr>
            <p:cNvPr id="1172" name="Google Shape;1172;p26"/>
            <p:cNvGrpSpPr/>
            <p:nvPr/>
          </p:nvGrpSpPr>
          <p:grpSpPr>
            <a:xfrm>
              <a:off x="810563" y="4862963"/>
              <a:ext cx="145800" cy="84300"/>
              <a:chOff x="786588" y="4862963"/>
              <a:chExt cx="145800" cy="84300"/>
            </a:xfrm>
          </p:grpSpPr>
          <p:sp>
            <p:nvSpPr>
              <p:cNvPr id="1173" name="Google Shape;1173;p2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26"/>
            <p:cNvGrpSpPr/>
            <p:nvPr/>
          </p:nvGrpSpPr>
          <p:grpSpPr>
            <a:xfrm rot="10800000">
              <a:off x="2703113" y="4865400"/>
              <a:ext cx="145800" cy="84300"/>
              <a:chOff x="786588" y="4862963"/>
              <a:chExt cx="145800" cy="84300"/>
            </a:xfrm>
          </p:grpSpPr>
          <p:sp>
            <p:nvSpPr>
              <p:cNvPr id="1176" name="Google Shape;1176;p26"/>
              <p:cNvSpPr/>
              <p:nvPr/>
            </p:nvSpPr>
            <p:spPr>
              <a:xfrm rot="-5400000">
                <a:off x="8537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6"/>
              <p:cNvSpPr/>
              <p:nvPr/>
            </p:nvSpPr>
            <p:spPr>
              <a:xfrm rot="-5400000">
                <a:off x="780888" y="4868663"/>
                <a:ext cx="84300" cy="729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78" name="Google Shape;1178;p26"/>
          <p:cNvGrpSpPr/>
          <p:nvPr/>
        </p:nvGrpSpPr>
        <p:grpSpPr>
          <a:xfrm>
            <a:off x="6844854" y="4668587"/>
            <a:ext cx="1584035" cy="416703"/>
            <a:chOff x="6844854" y="4668587"/>
            <a:chExt cx="1584035" cy="416703"/>
          </a:xfrm>
        </p:grpSpPr>
        <p:sp>
          <p:nvSpPr>
            <p:cNvPr id="1179" name="Google Shape;1179;p26"/>
            <p:cNvSpPr/>
            <p:nvPr/>
          </p:nvSpPr>
          <p:spPr>
            <a:xfrm>
              <a:off x="6844854" y="4668587"/>
              <a:ext cx="1584035" cy="416703"/>
            </a:xfrm>
            <a:custGeom>
              <a:rect b="b" l="l" r="r" t="t"/>
              <a:pathLst>
                <a:path extrusionOk="0" h="9484" w="36052">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0" name="Google Shape;1180;p26"/>
            <p:cNvGrpSpPr/>
            <p:nvPr/>
          </p:nvGrpSpPr>
          <p:grpSpPr>
            <a:xfrm>
              <a:off x="8054048" y="4823050"/>
              <a:ext cx="138315" cy="107779"/>
              <a:chOff x="1900456" y="4780923"/>
              <a:chExt cx="138315" cy="107779"/>
            </a:xfrm>
          </p:grpSpPr>
          <p:sp>
            <p:nvSpPr>
              <p:cNvPr id="1181" name="Google Shape;1181;p26"/>
              <p:cNvSpPr/>
              <p:nvPr/>
            </p:nvSpPr>
            <p:spPr>
              <a:xfrm>
                <a:off x="1965132" y="4780923"/>
                <a:ext cx="9007" cy="73683"/>
              </a:xfrm>
              <a:custGeom>
                <a:rect b="b" l="l" r="r" t="t"/>
                <a:pathLst>
                  <a:path extrusionOk="0" h="1677" w="205">
                    <a:moveTo>
                      <a:pt x="0" y="0"/>
                    </a:moveTo>
                    <a:lnTo>
                      <a:pt x="0" y="1676"/>
                    </a:lnTo>
                    <a:lnTo>
                      <a:pt x="204" y="1676"/>
                    </a:lnTo>
                    <a:lnTo>
                      <a:pt x="2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2" name="Google Shape;1182;p26"/>
              <p:cNvGrpSpPr/>
              <p:nvPr/>
            </p:nvGrpSpPr>
            <p:grpSpPr>
              <a:xfrm>
                <a:off x="1900456" y="4825827"/>
                <a:ext cx="138315" cy="62875"/>
                <a:chOff x="1900456" y="4825827"/>
                <a:chExt cx="138315" cy="62875"/>
              </a:xfrm>
            </p:grpSpPr>
            <p:sp>
              <p:nvSpPr>
                <p:cNvPr id="1183" name="Google Shape;1183;p26"/>
                <p:cNvSpPr/>
                <p:nvPr/>
              </p:nvSpPr>
              <p:spPr>
                <a:xfrm>
                  <a:off x="1900456" y="4831188"/>
                  <a:ext cx="138315" cy="57514"/>
                </a:xfrm>
                <a:custGeom>
                  <a:rect b="b" l="l" r="r" t="t"/>
                  <a:pathLst>
                    <a:path extrusionOk="0" h="1309" w="3148">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1939955" y="4825827"/>
                  <a:ext cx="57514" cy="34139"/>
                </a:xfrm>
                <a:custGeom>
                  <a:rect b="b" l="l" r="r" t="t"/>
                  <a:pathLst>
                    <a:path extrusionOk="0" h="777" w="1309">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85" name="Google Shape;1185;p26"/>
            <p:cNvSpPr txBox="1"/>
            <p:nvPr/>
          </p:nvSpPr>
          <p:spPr>
            <a:xfrm>
              <a:off x="7039945" y="4766989"/>
              <a:ext cx="876000" cy="21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accent1"/>
              </a:buClr>
              <a:buSzPts val="2800"/>
              <a:buFont typeface="Poppins SemiBold"/>
              <a:buNone/>
              <a:defRPr sz="2800">
                <a:solidFill>
                  <a:schemeClr val="accent1"/>
                </a:solidFill>
                <a:latin typeface="Poppins SemiBold"/>
                <a:ea typeface="Poppins SemiBold"/>
                <a:cs typeface="Poppins SemiBold"/>
                <a:sym typeface="Poppins SemiBold"/>
              </a:defRPr>
            </a:lvl1pPr>
            <a:lvl2pPr lvl="1"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2pPr>
            <a:lvl3pPr lvl="2"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3pPr>
            <a:lvl4pPr lvl="3"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4pPr>
            <a:lvl5pPr lvl="4"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5pPr>
            <a:lvl6pPr lvl="5"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6pPr>
            <a:lvl7pPr lvl="6"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7pPr>
            <a:lvl8pPr lvl="7"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8pPr>
            <a:lvl9pPr lvl="8" rtl="0" algn="ctr">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Poppins"/>
              <a:buChar char="●"/>
              <a:defRPr sz="1200">
                <a:solidFill>
                  <a:schemeClr val="lt2"/>
                </a:solidFill>
                <a:latin typeface="Poppins"/>
                <a:ea typeface="Poppins"/>
                <a:cs typeface="Poppins"/>
                <a:sym typeface="Poppins"/>
              </a:defRPr>
            </a:lvl1pPr>
            <a:lvl2pPr indent="-304800" lvl="1" marL="9144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2pPr>
            <a:lvl3pPr indent="-304800" lvl="2" marL="13716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3pPr>
            <a:lvl4pPr indent="-304800" lvl="3" marL="1828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4pPr>
            <a:lvl5pPr indent="-304800" lvl="4" marL="22860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5pPr>
            <a:lvl6pPr indent="-304800" lvl="5" marL="27432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6pPr>
            <a:lvl7pPr indent="-304800" lvl="6" marL="32004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7pPr>
            <a:lvl8pPr indent="-304800" lvl="7" marL="36576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8pPr>
            <a:lvl9pPr indent="-304800" lvl="8" marL="4114800">
              <a:lnSpc>
                <a:spcPct val="100000"/>
              </a:lnSpc>
              <a:spcBef>
                <a:spcPts val="1600"/>
              </a:spcBef>
              <a:spcAft>
                <a:spcPts val="1600"/>
              </a:spcAft>
              <a:buClr>
                <a:schemeClr val="lt2"/>
              </a:buClr>
              <a:buSzPts val="1200"/>
              <a:buFont typeface="Poppins"/>
              <a:buChar char="■"/>
              <a:defRPr sz="1200">
                <a:solidFill>
                  <a:schemeClr val="lt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27"/>
          <p:cNvSpPr/>
          <p:nvPr/>
        </p:nvSpPr>
        <p:spPr>
          <a:xfrm>
            <a:off x="8330119" y="1054200"/>
            <a:ext cx="322125" cy="1313800"/>
          </a:xfrm>
          <a:custGeom>
            <a:rect b="b" l="l" r="r" t="t"/>
            <a:pathLst>
              <a:path extrusionOk="0" h="52552" w="12885">
                <a:moveTo>
                  <a:pt x="5911" y="1"/>
                </a:moveTo>
                <a:cubicBezTo>
                  <a:pt x="2679" y="1"/>
                  <a:pt x="1" y="2633"/>
                  <a:pt x="1" y="5865"/>
                </a:cubicBezTo>
                <a:lnTo>
                  <a:pt x="1" y="46686"/>
                </a:lnTo>
                <a:cubicBezTo>
                  <a:pt x="1" y="49919"/>
                  <a:pt x="2679" y="52551"/>
                  <a:pt x="5911" y="52551"/>
                </a:cubicBezTo>
                <a:lnTo>
                  <a:pt x="6973" y="52551"/>
                </a:lnTo>
                <a:cubicBezTo>
                  <a:pt x="10206" y="52551"/>
                  <a:pt x="12884" y="49919"/>
                  <a:pt x="12884" y="46686"/>
                </a:cubicBezTo>
                <a:lnTo>
                  <a:pt x="12884" y="5865"/>
                </a:lnTo>
                <a:cubicBezTo>
                  <a:pt x="12884" y="2633"/>
                  <a:pt x="10206" y="1"/>
                  <a:pt x="69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7"/>
          <p:cNvSpPr txBox="1"/>
          <p:nvPr>
            <p:ph type="ctrTitle"/>
          </p:nvPr>
        </p:nvSpPr>
        <p:spPr>
          <a:xfrm>
            <a:off x="715100" y="1115750"/>
            <a:ext cx="5838600" cy="218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100"/>
              <a:t>Recursive Language Models for Tool-Augmented Retrieval</a:t>
            </a:r>
            <a:endParaRPr sz="5500">
              <a:solidFill>
                <a:schemeClr val="accent1"/>
              </a:solidFill>
            </a:endParaRPr>
          </a:p>
        </p:txBody>
      </p:sp>
      <p:sp>
        <p:nvSpPr>
          <p:cNvPr id="1192" name="Google Shape;1192;p27"/>
          <p:cNvSpPr/>
          <p:nvPr/>
        </p:nvSpPr>
        <p:spPr>
          <a:xfrm>
            <a:off x="937766" y="3968775"/>
            <a:ext cx="5013600" cy="510000"/>
          </a:xfrm>
          <a:prstGeom prst="roundRect">
            <a:avLst>
              <a:gd fmla="val 50000" name="adj"/>
            </a:avLst>
          </a:prstGeom>
          <a:gradFill>
            <a:gsLst>
              <a:gs pos="0">
                <a:schemeClr val="lt2"/>
              </a:gs>
              <a:gs pos="100000">
                <a:schemeClr val="accent1"/>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7"/>
          <p:cNvSpPr/>
          <p:nvPr/>
        </p:nvSpPr>
        <p:spPr>
          <a:xfrm>
            <a:off x="8491169" y="1257375"/>
            <a:ext cx="25" cy="726175"/>
          </a:xfrm>
          <a:custGeom>
            <a:rect b="b" l="l" r="r" t="t"/>
            <a:pathLst>
              <a:path extrusionOk="0" fill="none" h="29047" w="1">
                <a:moveTo>
                  <a:pt x="0" y="1"/>
                </a:moveTo>
                <a:lnTo>
                  <a:pt x="0" y="29047"/>
                </a:lnTo>
              </a:path>
            </a:pathLst>
          </a:custGeom>
          <a:noFill/>
          <a:ln cap="rnd" cmpd="sng" w="288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8491169" y="1720325"/>
            <a:ext cx="25" cy="263225"/>
          </a:xfrm>
          <a:custGeom>
            <a:rect b="b" l="l" r="r" t="t"/>
            <a:pathLst>
              <a:path extrusionOk="0" fill="none" h="10529" w="1">
                <a:moveTo>
                  <a:pt x="0" y="0"/>
                </a:moveTo>
                <a:lnTo>
                  <a:pt x="0" y="10529"/>
                </a:lnTo>
              </a:path>
            </a:pathLst>
          </a:custGeom>
          <a:noFill/>
          <a:ln cap="flat" cmpd="sng" w="15000">
            <a:solidFill>
              <a:schemeClr val="lt2"/>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5" name="Google Shape;1195;p27"/>
          <p:cNvGrpSpPr/>
          <p:nvPr/>
        </p:nvGrpSpPr>
        <p:grpSpPr>
          <a:xfrm>
            <a:off x="8416131" y="1668375"/>
            <a:ext cx="150100" cy="150100"/>
            <a:chOff x="8425238" y="1668375"/>
            <a:chExt cx="150100" cy="150100"/>
          </a:xfrm>
        </p:grpSpPr>
        <p:sp>
          <p:nvSpPr>
            <p:cNvPr id="1196" name="Google Shape;1196;p27"/>
            <p:cNvSpPr/>
            <p:nvPr/>
          </p:nvSpPr>
          <p:spPr>
            <a:xfrm>
              <a:off x="8425238" y="1668375"/>
              <a:ext cx="150100" cy="150100"/>
            </a:xfrm>
            <a:custGeom>
              <a:rect b="b" l="l" r="r" t="t"/>
              <a:pathLst>
                <a:path extrusionOk="0" h="6004" w="6004">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7"/>
            <p:cNvSpPr/>
            <p:nvPr/>
          </p:nvSpPr>
          <p:spPr>
            <a:xfrm>
              <a:off x="8425238" y="1668375"/>
              <a:ext cx="150100" cy="150100"/>
            </a:xfrm>
            <a:custGeom>
              <a:rect b="b" l="l" r="r" t="t"/>
              <a:pathLst>
                <a:path extrusionOk="0" h="6004" w="6004">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8425238" y="1668375"/>
              <a:ext cx="150100" cy="150100"/>
            </a:xfrm>
            <a:custGeom>
              <a:rect b="b" l="l" r="r" t="t"/>
              <a:pathLst>
                <a:path extrusionOk="0" fill="none" h="6004" w="6004">
                  <a:moveTo>
                    <a:pt x="6004" y="3002"/>
                  </a:moveTo>
                  <a:cubicBezTo>
                    <a:pt x="6004" y="4664"/>
                    <a:pt x="4665" y="6003"/>
                    <a:pt x="3002" y="6003"/>
                  </a:cubicBezTo>
                  <a:cubicBezTo>
                    <a:pt x="1340" y="6003"/>
                    <a:pt x="1" y="4664"/>
                    <a:pt x="1" y="3002"/>
                  </a:cubicBezTo>
                  <a:cubicBezTo>
                    <a:pt x="1" y="1339"/>
                    <a:pt x="1340" y="0"/>
                    <a:pt x="3002" y="0"/>
                  </a:cubicBezTo>
                  <a:cubicBezTo>
                    <a:pt x="4619" y="0"/>
                    <a:pt x="6004" y="1339"/>
                    <a:pt x="6004" y="3002"/>
                  </a:cubicBezTo>
                  <a:close/>
                </a:path>
              </a:pathLst>
            </a:custGeom>
            <a:noFill/>
            <a:ln cap="flat" cmpd="sng" w="3475">
              <a:solidFill>
                <a:srgbClr val="FFFFFF"/>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7"/>
            <p:cNvSpPr/>
            <p:nvPr/>
          </p:nvSpPr>
          <p:spPr>
            <a:xfrm>
              <a:off x="8443713" y="1686850"/>
              <a:ext cx="113150" cy="113150"/>
            </a:xfrm>
            <a:custGeom>
              <a:rect b="b" l="l" r="r" t="t"/>
              <a:pathLst>
                <a:path extrusionOk="0" h="4526" w="4526">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rgbClr val="F624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8443713" y="1686850"/>
              <a:ext cx="113150" cy="113150"/>
            </a:xfrm>
            <a:custGeom>
              <a:rect b="b" l="l" r="r" t="t"/>
              <a:pathLst>
                <a:path extrusionOk="0" h="4526" w="4526">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1" name="Google Shape;1201;p27"/>
          <p:cNvSpPr/>
          <p:nvPr/>
        </p:nvSpPr>
        <p:spPr>
          <a:xfrm>
            <a:off x="8456544" y="2159000"/>
            <a:ext cx="69275" cy="69300"/>
          </a:xfrm>
          <a:custGeom>
            <a:rect b="b" l="l" r="r" t="t"/>
            <a:pathLst>
              <a:path extrusionOk="0" h="2772" w="2771">
                <a:moveTo>
                  <a:pt x="2771" y="1386"/>
                </a:moveTo>
                <a:cubicBezTo>
                  <a:pt x="2771" y="2171"/>
                  <a:pt x="2170" y="2772"/>
                  <a:pt x="1385" y="2772"/>
                </a:cubicBezTo>
                <a:cubicBezTo>
                  <a:pt x="600" y="2772"/>
                  <a:pt x="0" y="2171"/>
                  <a:pt x="0" y="1386"/>
                </a:cubicBezTo>
                <a:cubicBezTo>
                  <a:pt x="0" y="601"/>
                  <a:pt x="600" y="1"/>
                  <a:pt x="1385" y="1"/>
                </a:cubicBezTo>
                <a:cubicBezTo>
                  <a:pt x="2170" y="1"/>
                  <a:pt x="2771" y="601"/>
                  <a:pt x="2771" y="138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7858413" y="1054200"/>
            <a:ext cx="323275" cy="1313800"/>
          </a:xfrm>
          <a:custGeom>
            <a:rect b="b" l="l" r="r" t="t"/>
            <a:pathLst>
              <a:path extrusionOk="0" h="52552" w="12931">
                <a:moveTo>
                  <a:pt x="5865" y="1"/>
                </a:moveTo>
                <a:cubicBezTo>
                  <a:pt x="2632" y="1"/>
                  <a:pt x="0" y="2633"/>
                  <a:pt x="0" y="5865"/>
                </a:cubicBezTo>
                <a:lnTo>
                  <a:pt x="0" y="46686"/>
                </a:lnTo>
                <a:cubicBezTo>
                  <a:pt x="0" y="49919"/>
                  <a:pt x="2632" y="52551"/>
                  <a:pt x="5865" y="52551"/>
                </a:cubicBezTo>
                <a:lnTo>
                  <a:pt x="7019" y="52551"/>
                </a:lnTo>
                <a:cubicBezTo>
                  <a:pt x="10252" y="52551"/>
                  <a:pt x="12930" y="49919"/>
                  <a:pt x="12838" y="46686"/>
                </a:cubicBezTo>
                <a:lnTo>
                  <a:pt x="12838" y="5865"/>
                </a:lnTo>
                <a:cubicBezTo>
                  <a:pt x="12838" y="2633"/>
                  <a:pt x="10206" y="1"/>
                  <a:pt x="69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7"/>
          <p:cNvSpPr/>
          <p:nvPr/>
        </p:nvSpPr>
        <p:spPr>
          <a:xfrm>
            <a:off x="8020038" y="1257375"/>
            <a:ext cx="25" cy="726175"/>
          </a:xfrm>
          <a:custGeom>
            <a:rect b="b" l="l" r="r" t="t"/>
            <a:pathLst>
              <a:path extrusionOk="0" fill="none" h="29047" w="1">
                <a:moveTo>
                  <a:pt x="0" y="1"/>
                </a:moveTo>
                <a:lnTo>
                  <a:pt x="0" y="29047"/>
                </a:lnTo>
              </a:path>
            </a:pathLst>
          </a:custGeom>
          <a:noFill/>
          <a:ln cap="rnd" cmpd="sng" w="288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8020038" y="1197350"/>
            <a:ext cx="25" cy="786200"/>
          </a:xfrm>
          <a:custGeom>
            <a:rect b="b" l="l" r="r" t="t"/>
            <a:pathLst>
              <a:path extrusionOk="0" fill="none" h="31448" w="1">
                <a:moveTo>
                  <a:pt x="0" y="1"/>
                </a:moveTo>
                <a:lnTo>
                  <a:pt x="0" y="31448"/>
                </a:lnTo>
              </a:path>
            </a:pathLst>
          </a:custGeom>
          <a:noFill/>
          <a:ln cap="flat" cmpd="sng" w="15000">
            <a:solidFill>
              <a:schemeClr val="lt2"/>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5" name="Google Shape;1205;p27"/>
          <p:cNvGrpSpPr/>
          <p:nvPr/>
        </p:nvGrpSpPr>
        <p:grpSpPr>
          <a:xfrm>
            <a:off x="7945000" y="1180050"/>
            <a:ext cx="150100" cy="150100"/>
            <a:chOff x="7935763" y="1180050"/>
            <a:chExt cx="150100" cy="150100"/>
          </a:xfrm>
        </p:grpSpPr>
        <p:sp>
          <p:nvSpPr>
            <p:cNvPr id="1206" name="Google Shape;1206;p27"/>
            <p:cNvSpPr/>
            <p:nvPr/>
          </p:nvSpPr>
          <p:spPr>
            <a:xfrm>
              <a:off x="7935763" y="1180050"/>
              <a:ext cx="150100" cy="150100"/>
            </a:xfrm>
            <a:custGeom>
              <a:rect b="b" l="l" r="r" t="t"/>
              <a:pathLst>
                <a:path extrusionOk="0" h="6004" w="6004">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7"/>
            <p:cNvSpPr/>
            <p:nvPr/>
          </p:nvSpPr>
          <p:spPr>
            <a:xfrm>
              <a:off x="7935763" y="1180050"/>
              <a:ext cx="150100" cy="150100"/>
            </a:xfrm>
            <a:custGeom>
              <a:rect b="b" l="l" r="r" t="t"/>
              <a:pathLst>
                <a:path extrusionOk="0" h="6004" w="6004">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7935763" y="1180050"/>
              <a:ext cx="150100" cy="150100"/>
            </a:xfrm>
            <a:custGeom>
              <a:rect b="b" l="l" r="r" t="t"/>
              <a:pathLst>
                <a:path extrusionOk="0" fill="none" h="6004" w="6004">
                  <a:moveTo>
                    <a:pt x="6003" y="3002"/>
                  </a:moveTo>
                  <a:cubicBezTo>
                    <a:pt x="6003" y="4664"/>
                    <a:pt x="4664" y="6003"/>
                    <a:pt x="3002" y="6003"/>
                  </a:cubicBezTo>
                  <a:cubicBezTo>
                    <a:pt x="1339" y="6003"/>
                    <a:pt x="0" y="4664"/>
                    <a:pt x="0" y="3002"/>
                  </a:cubicBezTo>
                  <a:cubicBezTo>
                    <a:pt x="0" y="1385"/>
                    <a:pt x="1339" y="0"/>
                    <a:pt x="3002" y="0"/>
                  </a:cubicBezTo>
                  <a:cubicBezTo>
                    <a:pt x="4664" y="0"/>
                    <a:pt x="6003" y="1385"/>
                    <a:pt x="6003" y="3002"/>
                  </a:cubicBezTo>
                  <a:close/>
                </a:path>
              </a:pathLst>
            </a:custGeom>
            <a:noFill/>
            <a:ln cap="flat" cmpd="sng" w="3475">
              <a:solidFill>
                <a:srgbClr val="FFFFFF"/>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7"/>
            <p:cNvSpPr/>
            <p:nvPr/>
          </p:nvSpPr>
          <p:spPr>
            <a:xfrm>
              <a:off x="7954238" y="1199675"/>
              <a:ext cx="113150" cy="112000"/>
            </a:xfrm>
            <a:custGeom>
              <a:rect b="b" l="l" r="r" t="t"/>
              <a:pathLst>
                <a:path extrusionOk="0" h="4480" w="4526">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rgbClr val="A3A3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7954238" y="1199675"/>
              <a:ext cx="113150" cy="112000"/>
            </a:xfrm>
            <a:custGeom>
              <a:rect b="b" l="l" r="r" t="t"/>
              <a:pathLst>
                <a:path extrusionOk="0" h="4480" w="4526">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1" name="Google Shape;1211;p27"/>
          <p:cNvSpPr/>
          <p:nvPr/>
        </p:nvSpPr>
        <p:spPr>
          <a:xfrm>
            <a:off x="7977325" y="2140550"/>
            <a:ext cx="85450" cy="92375"/>
          </a:xfrm>
          <a:custGeom>
            <a:rect b="b" l="l" r="r" t="t"/>
            <a:pathLst>
              <a:path extrusionOk="0" h="3695" w="3418">
                <a:moveTo>
                  <a:pt x="1570" y="2817"/>
                </a:moveTo>
                <a:cubicBezTo>
                  <a:pt x="1016" y="2309"/>
                  <a:pt x="1016" y="1432"/>
                  <a:pt x="1570" y="924"/>
                </a:cubicBezTo>
                <a:cubicBezTo>
                  <a:pt x="2078" y="416"/>
                  <a:pt x="2863" y="416"/>
                  <a:pt x="3418" y="831"/>
                </a:cubicBezTo>
                <a:cubicBezTo>
                  <a:pt x="3048" y="323"/>
                  <a:pt x="2448" y="0"/>
                  <a:pt x="1847" y="0"/>
                </a:cubicBezTo>
                <a:cubicBezTo>
                  <a:pt x="785" y="0"/>
                  <a:pt x="0" y="785"/>
                  <a:pt x="0" y="1847"/>
                </a:cubicBezTo>
                <a:cubicBezTo>
                  <a:pt x="0" y="2863"/>
                  <a:pt x="785" y="3694"/>
                  <a:pt x="1847" y="3694"/>
                </a:cubicBezTo>
                <a:cubicBezTo>
                  <a:pt x="2494" y="3694"/>
                  <a:pt x="3048" y="3325"/>
                  <a:pt x="3418" y="2817"/>
                </a:cubicBezTo>
                <a:cubicBezTo>
                  <a:pt x="2863" y="3325"/>
                  <a:pt x="2078" y="3325"/>
                  <a:pt x="1570" y="281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7388994" y="1054200"/>
            <a:ext cx="320950" cy="1313800"/>
          </a:xfrm>
          <a:custGeom>
            <a:rect b="b" l="l" r="r" t="t"/>
            <a:pathLst>
              <a:path extrusionOk="0" h="52552" w="12838">
                <a:moveTo>
                  <a:pt x="5865" y="1"/>
                </a:moveTo>
                <a:cubicBezTo>
                  <a:pt x="2632" y="1"/>
                  <a:pt x="0" y="2633"/>
                  <a:pt x="0" y="5865"/>
                </a:cubicBezTo>
                <a:lnTo>
                  <a:pt x="0" y="46686"/>
                </a:lnTo>
                <a:cubicBezTo>
                  <a:pt x="0" y="49919"/>
                  <a:pt x="2632" y="52551"/>
                  <a:pt x="5865" y="52551"/>
                </a:cubicBezTo>
                <a:lnTo>
                  <a:pt x="6973" y="52551"/>
                </a:lnTo>
                <a:cubicBezTo>
                  <a:pt x="10206" y="52551"/>
                  <a:pt x="12838" y="49919"/>
                  <a:pt x="12838" y="46686"/>
                </a:cubicBezTo>
                <a:lnTo>
                  <a:pt x="12838" y="5865"/>
                </a:lnTo>
                <a:cubicBezTo>
                  <a:pt x="12838" y="2633"/>
                  <a:pt x="10206" y="1"/>
                  <a:pt x="69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7"/>
          <p:cNvSpPr/>
          <p:nvPr/>
        </p:nvSpPr>
        <p:spPr>
          <a:xfrm>
            <a:off x="7549456" y="1257375"/>
            <a:ext cx="25" cy="726175"/>
          </a:xfrm>
          <a:custGeom>
            <a:rect b="b" l="l" r="r" t="t"/>
            <a:pathLst>
              <a:path extrusionOk="0" fill="none" h="29047" w="1">
                <a:moveTo>
                  <a:pt x="1" y="1"/>
                </a:moveTo>
                <a:lnTo>
                  <a:pt x="1" y="29047"/>
                </a:lnTo>
              </a:path>
            </a:pathLst>
          </a:custGeom>
          <a:noFill/>
          <a:ln cap="rnd" cmpd="sng" w="288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7549456" y="1563325"/>
            <a:ext cx="25" cy="420225"/>
          </a:xfrm>
          <a:custGeom>
            <a:rect b="b" l="l" r="r" t="t"/>
            <a:pathLst>
              <a:path extrusionOk="0" fill="none" h="16809" w="1">
                <a:moveTo>
                  <a:pt x="1" y="0"/>
                </a:moveTo>
                <a:lnTo>
                  <a:pt x="1" y="16809"/>
                </a:lnTo>
              </a:path>
            </a:pathLst>
          </a:custGeom>
          <a:noFill/>
          <a:ln cap="flat" cmpd="sng" w="15000">
            <a:solidFill>
              <a:schemeClr val="lt2"/>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5" name="Google Shape;1215;p27"/>
          <p:cNvGrpSpPr/>
          <p:nvPr/>
        </p:nvGrpSpPr>
        <p:grpSpPr>
          <a:xfrm>
            <a:off x="7474419" y="1514825"/>
            <a:ext cx="150100" cy="150100"/>
            <a:chOff x="7463588" y="1514825"/>
            <a:chExt cx="150100" cy="150100"/>
          </a:xfrm>
        </p:grpSpPr>
        <p:sp>
          <p:nvSpPr>
            <p:cNvPr id="1216" name="Google Shape;1216;p27"/>
            <p:cNvSpPr/>
            <p:nvPr/>
          </p:nvSpPr>
          <p:spPr>
            <a:xfrm>
              <a:off x="7463588" y="1514825"/>
              <a:ext cx="150100" cy="150100"/>
            </a:xfrm>
            <a:custGeom>
              <a:rect b="b" l="l" r="r" t="t"/>
              <a:pathLst>
                <a:path extrusionOk="0" h="6004" w="6004">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7"/>
            <p:cNvSpPr/>
            <p:nvPr/>
          </p:nvSpPr>
          <p:spPr>
            <a:xfrm>
              <a:off x="7463588" y="1514825"/>
              <a:ext cx="150100" cy="150100"/>
            </a:xfrm>
            <a:custGeom>
              <a:rect b="b" l="l" r="r" t="t"/>
              <a:pathLst>
                <a:path extrusionOk="0" h="6004" w="6004">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7483213" y="1534450"/>
              <a:ext cx="112000" cy="112000"/>
            </a:xfrm>
            <a:custGeom>
              <a:rect b="b" l="l" r="r" t="t"/>
              <a:pathLst>
                <a:path extrusionOk="0" h="4480" w="448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rgbClr val="A3A3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7"/>
            <p:cNvSpPr/>
            <p:nvPr/>
          </p:nvSpPr>
          <p:spPr>
            <a:xfrm>
              <a:off x="7483213" y="1534450"/>
              <a:ext cx="112000" cy="112000"/>
            </a:xfrm>
            <a:custGeom>
              <a:rect b="b" l="l" r="r" t="t"/>
              <a:pathLst>
                <a:path extrusionOk="0" fill="none" h="4480" w="448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noFill/>
            <a:ln cap="flat" cmpd="sng" w="3475">
              <a:solidFill>
                <a:srgbClr val="FFFFFF"/>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463588" y="1514825"/>
              <a:ext cx="150100" cy="150100"/>
            </a:xfrm>
            <a:custGeom>
              <a:rect b="b" l="l" r="r" t="t"/>
              <a:pathLst>
                <a:path extrusionOk="0" fill="none" h="6004" w="6004">
                  <a:moveTo>
                    <a:pt x="6003" y="3002"/>
                  </a:moveTo>
                  <a:cubicBezTo>
                    <a:pt x="6003" y="4665"/>
                    <a:pt x="4664" y="6004"/>
                    <a:pt x="3002" y="6004"/>
                  </a:cubicBezTo>
                  <a:cubicBezTo>
                    <a:pt x="1340" y="6004"/>
                    <a:pt x="0" y="4665"/>
                    <a:pt x="0" y="3002"/>
                  </a:cubicBezTo>
                  <a:cubicBezTo>
                    <a:pt x="0" y="1386"/>
                    <a:pt x="1340" y="1"/>
                    <a:pt x="3002" y="1"/>
                  </a:cubicBezTo>
                  <a:cubicBezTo>
                    <a:pt x="4664" y="1"/>
                    <a:pt x="6003" y="1386"/>
                    <a:pt x="6003" y="3002"/>
                  </a:cubicBezTo>
                  <a:close/>
                </a:path>
              </a:pathLst>
            </a:custGeom>
            <a:noFill/>
            <a:ln cap="flat" cmpd="sng" w="3475">
              <a:solidFill>
                <a:srgbClr val="FFFFFF"/>
              </a:solidFill>
              <a:prstDash val="solid"/>
              <a:miter lim="461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7"/>
            <p:cNvSpPr/>
            <p:nvPr/>
          </p:nvSpPr>
          <p:spPr>
            <a:xfrm>
              <a:off x="7483213" y="1534450"/>
              <a:ext cx="112000" cy="112000"/>
            </a:xfrm>
            <a:custGeom>
              <a:rect b="b" l="l" r="r" t="t"/>
              <a:pathLst>
                <a:path extrusionOk="0" h="4480" w="448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chemeClr val="l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2" name="Google Shape;1222;p27"/>
          <p:cNvSpPr/>
          <p:nvPr/>
        </p:nvSpPr>
        <p:spPr>
          <a:xfrm>
            <a:off x="7494619" y="2138225"/>
            <a:ext cx="109700" cy="112000"/>
          </a:xfrm>
          <a:custGeom>
            <a:rect b="b" l="l" r="r" t="t"/>
            <a:pathLst>
              <a:path extrusionOk="0" h="4480" w="4388">
                <a:moveTo>
                  <a:pt x="1248" y="647"/>
                </a:moveTo>
                <a:lnTo>
                  <a:pt x="1248" y="1247"/>
                </a:lnTo>
                <a:lnTo>
                  <a:pt x="1248" y="1571"/>
                </a:lnTo>
                <a:lnTo>
                  <a:pt x="1248" y="3603"/>
                </a:lnTo>
                <a:cubicBezTo>
                  <a:pt x="1155" y="3556"/>
                  <a:pt x="971" y="3556"/>
                  <a:pt x="878" y="3556"/>
                </a:cubicBezTo>
                <a:cubicBezTo>
                  <a:pt x="416" y="3556"/>
                  <a:pt x="1" y="3787"/>
                  <a:pt x="1" y="4018"/>
                </a:cubicBezTo>
                <a:cubicBezTo>
                  <a:pt x="1" y="4295"/>
                  <a:pt x="416" y="4480"/>
                  <a:pt x="878" y="4480"/>
                </a:cubicBezTo>
                <a:cubicBezTo>
                  <a:pt x="1340" y="4480"/>
                  <a:pt x="1709" y="4249"/>
                  <a:pt x="1709" y="4018"/>
                </a:cubicBezTo>
                <a:lnTo>
                  <a:pt x="1709" y="1525"/>
                </a:lnTo>
                <a:lnTo>
                  <a:pt x="3926" y="1063"/>
                </a:lnTo>
                <a:lnTo>
                  <a:pt x="3926" y="3002"/>
                </a:lnTo>
                <a:cubicBezTo>
                  <a:pt x="3787" y="2956"/>
                  <a:pt x="3649" y="2956"/>
                  <a:pt x="3510" y="2956"/>
                </a:cubicBezTo>
                <a:cubicBezTo>
                  <a:pt x="3049" y="2956"/>
                  <a:pt x="2633" y="3187"/>
                  <a:pt x="2633" y="3418"/>
                </a:cubicBezTo>
                <a:cubicBezTo>
                  <a:pt x="2633" y="3695"/>
                  <a:pt x="3049" y="3880"/>
                  <a:pt x="3510" y="3880"/>
                </a:cubicBezTo>
                <a:cubicBezTo>
                  <a:pt x="3972" y="3880"/>
                  <a:pt x="4388" y="3649"/>
                  <a:pt x="4388" y="3418"/>
                </a:cubicBezTo>
                <a:lnTo>
                  <a:pt x="4388" y="970"/>
                </a:lnTo>
                <a:lnTo>
                  <a:pt x="4388" y="601"/>
                </a:lnTo>
                <a:lnTo>
                  <a:pt x="43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7"/>
          <p:cNvSpPr txBox="1"/>
          <p:nvPr>
            <p:ph idx="1" type="subTitle"/>
          </p:nvPr>
        </p:nvSpPr>
        <p:spPr>
          <a:xfrm>
            <a:off x="1119875" y="3968775"/>
            <a:ext cx="45231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Aryan Arora, Aadithya, Aarav, Aryan Jeena</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28"/>
          <p:cNvSpPr/>
          <p:nvPr/>
        </p:nvSpPr>
        <p:spPr>
          <a:xfrm>
            <a:off x="715108" y="1341316"/>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Statement/Motivation</a:t>
            </a:r>
            <a:endParaRPr/>
          </a:p>
        </p:txBody>
      </p:sp>
      <p:grpSp>
        <p:nvGrpSpPr>
          <p:cNvPr id="1230" name="Google Shape;1230;p28"/>
          <p:cNvGrpSpPr/>
          <p:nvPr/>
        </p:nvGrpSpPr>
        <p:grpSpPr>
          <a:xfrm>
            <a:off x="900940" y="1579611"/>
            <a:ext cx="406512" cy="301607"/>
            <a:chOff x="1272150" y="972050"/>
            <a:chExt cx="5056125" cy="3751325"/>
          </a:xfrm>
        </p:grpSpPr>
        <p:sp>
          <p:nvSpPr>
            <p:cNvPr id="1231" name="Google Shape;1231;p28"/>
            <p:cNvSpPr/>
            <p:nvPr/>
          </p:nvSpPr>
          <p:spPr>
            <a:xfrm>
              <a:off x="1272150" y="972050"/>
              <a:ext cx="5056125" cy="3751325"/>
            </a:xfrm>
            <a:custGeom>
              <a:rect b="b" l="l" r="r" t="t"/>
              <a:pathLst>
                <a:path extrusionOk="0" h="150053" w="202245">
                  <a:moveTo>
                    <a:pt x="138635" y="6525"/>
                  </a:moveTo>
                  <a:cubicBezTo>
                    <a:pt x="141343" y="6525"/>
                    <a:pt x="143528" y="8710"/>
                    <a:pt x="143528" y="11418"/>
                  </a:cubicBezTo>
                  <a:lnTo>
                    <a:pt x="143528" y="86444"/>
                  </a:lnTo>
                  <a:cubicBezTo>
                    <a:pt x="143528" y="89151"/>
                    <a:pt x="141343" y="91336"/>
                    <a:pt x="138635" y="91336"/>
                  </a:cubicBezTo>
                  <a:lnTo>
                    <a:pt x="63610" y="91336"/>
                  </a:lnTo>
                  <a:cubicBezTo>
                    <a:pt x="60902" y="91336"/>
                    <a:pt x="58717" y="89151"/>
                    <a:pt x="58717" y="86444"/>
                  </a:cubicBezTo>
                  <a:lnTo>
                    <a:pt x="58717" y="11418"/>
                  </a:lnTo>
                  <a:cubicBezTo>
                    <a:pt x="58717" y="8710"/>
                    <a:pt x="60902" y="6525"/>
                    <a:pt x="63610" y="6525"/>
                  </a:cubicBezTo>
                  <a:close/>
                  <a:moveTo>
                    <a:pt x="6525" y="82823"/>
                  </a:moveTo>
                  <a:lnTo>
                    <a:pt x="9787" y="83899"/>
                  </a:lnTo>
                  <a:lnTo>
                    <a:pt x="9787" y="105298"/>
                  </a:lnTo>
                  <a:lnTo>
                    <a:pt x="6525" y="106374"/>
                  </a:lnTo>
                  <a:lnTo>
                    <a:pt x="6525" y="82823"/>
                  </a:lnTo>
                  <a:close/>
                  <a:moveTo>
                    <a:pt x="190827" y="45669"/>
                  </a:moveTo>
                  <a:cubicBezTo>
                    <a:pt x="193535" y="45669"/>
                    <a:pt x="195720" y="47854"/>
                    <a:pt x="195720" y="50562"/>
                  </a:cubicBezTo>
                  <a:lnTo>
                    <a:pt x="195720" y="138635"/>
                  </a:lnTo>
                  <a:cubicBezTo>
                    <a:pt x="195720" y="141343"/>
                    <a:pt x="193535" y="143528"/>
                    <a:pt x="190827" y="143528"/>
                  </a:cubicBezTo>
                  <a:lnTo>
                    <a:pt x="11418" y="143528"/>
                  </a:lnTo>
                  <a:cubicBezTo>
                    <a:pt x="8710" y="143528"/>
                    <a:pt x="6525" y="141343"/>
                    <a:pt x="6525" y="138635"/>
                  </a:cubicBezTo>
                  <a:lnTo>
                    <a:pt x="6525" y="113257"/>
                  </a:lnTo>
                  <a:lnTo>
                    <a:pt x="14093" y="110745"/>
                  </a:lnTo>
                  <a:cubicBezTo>
                    <a:pt x="15398" y="110289"/>
                    <a:pt x="16311" y="109049"/>
                    <a:pt x="16311" y="107646"/>
                  </a:cubicBezTo>
                  <a:lnTo>
                    <a:pt x="16311" y="81551"/>
                  </a:lnTo>
                  <a:cubicBezTo>
                    <a:pt x="16311" y="80148"/>
                    <a:pt x="15398" y="78908"/>
                    <a:pt x="14093" y="78452"/>
                  </a:cubicBezTo>
                  <a:lnTo>
                    <a:pt x="6525" y="75940"/>
                  </a:lnTo>
                  <a:lnTo>
                    <a:pt x="6525" y="50562"/>
                  </a:lnTo>
                  <a:cubicBezTo>
                    <a:pt x="6525" y="47854"/>
                    <a:pt x="8710" y="45669"/>
                    <a:pt x="11418" y="45669"/>
                  </a:cubicBezTo>
                  <a:lnTo>
                    <a:pt x="52193" y="45669"/>
                  </a:lnTo>
                  <a:lnTo>
                    <a:pt x="52193" y="86444"/>
                  </a:lnTo>
                  <a:cubicBezTo>
                    <a:pt x="52193" y="92739"/>
                    <a:pt x="57314" y="97860"/>
                    <a:pt x="63610" y="97860"/>
                  </a:cubicBezTo>
                  <a:lnTo>
                    <a:pt x="138635" y="97860"/>
                  </a:lnTo>
                  <a:cubicBezTo>
                    <a:pt x="144931" y="97860"/>
                    <a:pt x="150052" y="92739"/>
                    <a:pt x="150052" y="86444"/>
                  </a:cubicBezTo>
                  <a:lnTo>
                    <a:pt x="150052" y="45669"/>
                  </a:lnTo>
                  <a:close/>
                  <a:moveTo>
                    <a:pt x="63610" y="1"/>
                  </a:moveTo>
                  <a:cubicBezTo>
                    <a:pt x="57314" y="1"/>
                    <a:pt x="52193" y="5122"/>
                    <a:pt x="52193" y="11418"/>
                  </a:cubicBezTo>
                  <a:lnTo>
                    <a:pt x="52193" y="39145"/>
                  </a:lnTo>
                  <a:lnTo>
                    <a:pt x="11418" y="39145"/>
                  </a:lnTo>
                  <a:cubicBezTo>
                    <a:pt x="5122" y="39145"/>
                    <a:pt x="1" y="44266"/>
                    <a:pt x="1" y="50562"/>
                  </a:cubicBezTo>
                  <a:lnTo>
                    <a:pt x="1" y="138635"/>
                  </a:lnTo>
                  <a:cubicBezTo>
                    <a:pt x="1" y="144931"/>
                    <a:pt x="5122" y="150052"/>
                    <a:pt x="11418" y="150052"/>
                  </a:cubicBezTo>
                  <a:lnTo>
                    <a:pt x="190827" y="150052"/>
                  </a:lnTo>
                  <a:cubicBezTo>
                    <a:pt x="197123" y="150052"/>
                    <a:pt x="202244" y="144931"/>
                    <a:pt x="202244" y="138635"/>
                  </a:cubicBezTo>
                  <a:lnTo>
                    <a:pt x="202244" y="50562"/>
                  </a:lnTo>
                  <a:cubicBezTo>
                    <a:pt x="202244" y="44266"/>
                    <a:pt x="197123" y="39145"/>
                    <a:pt x="190827" y="39145"/>
                  </a:cubicBezTo>
                  <a:lnTo>
                    <a:pt x="150052" y="39145"/>
                  </a:lnTo>
                  <a:lnTo>
                    <a:pt x="150052" y="11418"/>
                  </a:lnTo>
                  <a:cubicBezTo>
                    <a:pt x="150052" y="5122"/>
                    <a:pt x="144931" y="1"/>
                    <a:pt x="1386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8"/>
            <p:cNvSpPr/>
            <p:nvPr/>
          </p:nvSpPr>
          <p:spPr>
            <a:xfrm>
              <a:off x="5920500" y="3010800"/>
              <a:ext cx="163125" cy="652425"/>
            </a:xfrm>
            <a:custGeom>
              <a:rect b="b" l="l" r="r" t="t"/>
              <a:pathLst>
                <a:path extrusionOk="0" h="26097" w="6525">
                  <a:moveTo>
                    <a:pt x="3262" y="1"/>
                  </a:moveTo>
                  <a:cubicBezTo>
                    <a:pt x="1468" y="1"/>
                    <a:pt x="0" y="1468"/>
                    <a:pt x="0" y="3263"/>
                  </a:cubicBezTo>
                  <a:lnTo>
                    <a:pt x="0" y="22834"/>
                  </a:lnTo>
                  <a:cubicBezTo>
                    <a:pt x="0" y="24629"/>
                    <a:pt x="1468" y="26096"/>
                    <a:pt x="3262" y="26096"/>
                  </a:cubicBezTo>
                  <a:cubicBezTo>
                    <a:pt x="5056" y="26096"/>
                    <a:pt x="6524" y="24629"/>
                    <a:pt x="6524" y="22834"/>
                  </a:cubicBezTo>
                  <a:lnTo>
                    <a:pt x="6524" y="3263"/>
                  </a:lnTo>
                  <a:cubicBezTo>
                    <a:pt x="6524" y="1468"/>
                    <a:pt x="5056" y="1"/>
                    <a:pt x="3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8"/>
            <p:cNvSpPr/>
            <p:nvPr/>
          </p:nvSpPr>
          <p:spPr>
            <a:xfrm>
              <a:off x="2968400" y="1379950"/>
              <a:ext cx="1484225" cy="1549550"/>
            </a:xfrm>
            <a:custGeom>
              <a:rect b="b" l="l" r="r" t="t"/>
              <a:pathLst>
                <a:path extrusionOk="0" h="61982" w="59369">
                  <a:moveTo>
                    <a:pt x="49545" y="39126"/>
                  </a:moveTo>
                  <a:cubicBezTo>
                    <a:pt x="51227" y="39126"/>
                    <a:pt x="52844" y="40434"/>
                    <a:pt x="52844" y="42401"/>
                  </a:cubicBezTo>
                  <a:cubicBezTo>
                    <a:pt x="52844" y="44195"/>
                    <a:pt x="51377" y="45663"/>
                    <a:pt x="49583" y="45663"/>
                  </a:cubicBezTo>
                  <a:cubicBezTo>
                    <a:pt x="46679" y="45663"/>
                    <a:pt x="45211" y="42140"/>
                    <a:pt x="47266" y="40085"/>
                  </a:cubicBezTo>
                  <a:cubicBezTo>
                    <a:pt x="47929" y="39422"/>
                    <a:pt x="48745" y="39126"/>
                    <a:pt x="49545" y="39126"/>
                  </a:cubicBezTo>
                  <a:close/>
                  <a:moveTo>
                    <a:pt x="10401" y="48912"/>
                  </a:moveTo>
                  <a:cubicBezTo>
                    <a:pt x="12083" y="48912"/>
                    <a:pt x="13701" y="50220"/>
                    <a:pt x="13701" y="52187"/>
                  </a:cubicBezTo>
                  <a:cubicBezTo>
                    <a:pt x="13701" y="53981"/>
                    <a:pt x="12233" y="55449"/>
                    <a:pt x="10439" y="55449"/>
                  </a:cubicBezTo>
                  <a:cubicBezTo>
                    <a:pt x="7535" y="55449"/>
                    <a:pt x="6068" y="51926"/>
                    <a:pt x="8123" y="49871"/>
                  </a:cubicBezTo>
                  <a:cubicBezTo>
                    <a:pt x="8785" y="49208"/>
                    <a:pt x="9601" y="48912"/>
                    <a:pt x="10401" y="48912"/>
                  </a:cubicBezTo>
                  <a:close/>
                  <a:moveTo>
                    <a:pt x="56117" y="0"/>
                  </a:moveTo>
                  <a:cubicBezTo>
                    <a:pt x="55853" y="0"/>
                    <a:pt x="55587" y="31"/>
                    <a:pt x="55324" y="93"/>
                  </a:cubicBezTo>
                  <a:lnTo>
                    <a:pt x="16180" y="9879"/>
                  </a:lnTo>
                  <a:cubicBezTo>
                    <a:pt x="14712" y="10237"/>
                    <a:pt x="13701" y="11542"/>
                    <a:pt x="13701" y="13043"/>
                  </a:cubicBezTo>
                  <a:lnTo>
                    <a:pt x="13701" y="42955"/>
                  </a:lnTo>
                  <a:cubicBezTo>
                    <a:pt x="12639" y="42584"/>
                    <a:pt x="11544" y="42405"/>
                    <a:pt x="10462" y="42405"/>
                  </a:cubicBezTo>
                  <a:cubicBezTo>
                    <a:pt x="7455" y="42405"/>
                    <a:pt x="4537" y="43788"/>
                    <a:pt x="2643" y="46282"/>
                  </a:cubicBezTo>
                  <a:cubicBezTo>
                    <a:pt x="66" y="49675"/>
                    <a:pt x="0" y="54372"/>
                    <a:pt x="2447" y="57830"/>
                  </a:cubicBezTo>
                  <a:cubicBezTo>
                    <a:pt x="4328" y="60479"/>
                    <a:pt x="7319" y="61982"/>
                    <a:pt x="10434" y="61982"/>
                  </a:cubicBezTo>
                  <a:cubicBezTo>
                    <a:pt x="11423" y="61982"/>
                    <a:pt x="12424" y="61830"/>
                    <a:pt x="13407" y="61516"/>
                  </a:cubicBezTo>
                  <a:cubicBezTo>
                    <a:pt x="17452" y="60211"/>
                    <a:pt x="20225" y="56460"/>
                    <a:pt x="20225" y="52187"/>
                  </a:cubicBezTo>
                  <a:lnTo>
                    <a:pt x="20225" y="15587"/>
                  </a:lnTo>
                  <a:lnTo>
                    <a:pt x="52844" y="7432"/>
                  </a:lnTo>
                  <a:lnTo>
                    <a:pt x="52844" y="33169"/>
                  </a:lnTo>
                  <a:cubicBezTo>
                    <a:pt x="51782" y="32798"/>
                    <a:pt x="50688" y="32619"/>
                    <a:pt x="49606" y="32619"/>
                  </a:cubicBezTo>
                  <a:cubicBezTo>
                    <a:pt x="46599" y="32619"/>
                    <a:pt x="43681" y="34002"/>
                    <a:pt x="41786" y="36496"/>
                  </a:cubicBezTo>
                  <a:cubicBezTo>
                    <a:pt x="39209" y="39889"/>
                    <a:pt x="39144" y="44586"/>
                    <a:pt x="41591" y="48044"/>
                  </a:cubicBezTo>
                  <a:cubicBezTo>
                    <a:pt x="43472" y="50693"/>
                    <a:pt x="46463" y="52196"/>
                    <a:pt x="49578" y="52196"/>
                  </a:cubicBezTo>
                  <a:cubicBezTo>
                    <a:pt x="50567" y="52196"/>
                    <a:pt x="51568" y="52044"/>
                    <a:pt x="52551" y="51730"/>
                  </a:cubicBezTo>
                  <a:cubicBezTo>
                    <a:pt x="56596" y="50425"/>
                    <a:pt x="59368" y="46674"/>
                    <a:pt x="59368" y="42401"/>
                  </a:cubicBezTo>
                  <a:lnTo>
                    <a:pt x="59368" y="3257"/>
                  </a:lnTo>
                  <a:cubicBezTo>
                    <a:pt x="59368" y="2246"/>
                    <a:pt x="58912" y="1300"/>
                    <a:pt x="58129" y="680"/>
                  </a:cubicBezTo>
                  <a:cubicBezTo>
                    <a:pt x="57533" y="227"/>
                    <a:pt x="56833" y="0"/>
                    <a:pt x="561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8"/>
            <p:cNvSpPr/>
            <p:nvPr/>
          </p:nvSpPr>
          <p:spPr>
            <a:xfrm>
              <a:off x="3310900" y="3663275"/>
              <a:ext cx="499925" cy="652275"/>
            </a:xfrm>
            <a:custGeom>
              <a:rect b="b" l="l" r="r" t="t"/>
              <a:pathLst>
                <a:path extrusionOk="0" h="26091" w="19997">
                  <a:moveTo>
                    <a:pt x="6525" y="9783"/>
                  </a:moveTo>
                  <a:lnTo>
                    <a:pt x="10863" y="13045"/>
                  </a:lnTo>
                  <a:lnTo>
                    <a:pt x="6525" y="16307"/>
                  </a:lnTo>
                  <a:lnTo>
                    <a:pt x="6525" y="9783"/>
                  </a:lnTo>
                  <a:close/>
                  <a:moveTo>
                    <a:pt x="3283" y="0"/>
                  </a:moveTo>
                  <a:cubicBezTo>
                    <a:pt x="1590" y="0"/>
                    <a:pt x="1" y="1334"/>
                    <a:pt x="1" y="3259"/>
                  </a:cubicBezTo>
                  <a:lnTo>
                    <a:pt x="1" y="22831"/>
                  </a:lnTo>
                  <a:cubicBezTo>
                    <a:pt x="1" y="24757"/>
                    <a:pt x="1590" y="26091"/>
                    <a:pt x="3283" y="26091"/>
                  </a:cubicBezTo>
                  <a:cubicBezTo>
                    <a:pt x="3942" y="26091"/>
                    <a:pt x="4617" y="25889"/>
                    <a:pt x="5220" y="25441"/>
                  </a:cubicBezTo>
                  <a:lnTo>
                    <a:pt x="18268" y="15655"/>
                  </a:lnTo>
                  <a:cubicBezTo>
                    <a:pt x="19997" y="14350"/>
                    <a:pt x="19997" y="11741"/>
                    <a:pt x="18268" y="10436"/>
                  </a:cubicBezTo>
                  <a:lnTo>
                    <a:pt x="5220" y="650"/>
                  </a:lnTo>
                  <a:cubicBezTo>
                    <a:pt x="4617" y="202"/>
                    <a:pt x="3942" y="0"/>
                    <a:pt x="32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8"/>
            <p:cNvSpPr/>
            <p:nvPr/>
          </p:nvSpPr>
          <p:spPr>
            <a:xfrm>
              <a:off x="4534150" y="3663275"/>
              <a:ext cx="499925" cy="652275"/>
            </a:xfrm>
            <a:custGeom>
              <a:rect b="b" l="l" r="r" t="t"/>
              <a:pathLst>
                <a:path extrusionOk="0" h="26091" w="19997">
                  <a:moveTo>
                    <a:pt x="6524" y="9783"/>
                  </a:moveTo>
                  <a:lnTo>
                    <a:pt x="10863" y="13045"/>
                  </a:lnTo>
                  <a:lnTo>
                    <a:pt x="6524" y="16307"/>
                  </a:lnTo>
                  <a:lnTo>
                    <a:pt x="6524" y="9783"/>
                  </a:lnTo>
                  <a:close/>
                  <a:moveTo>
                    <a:pt x="3283" y="0"/>
                  </a:moveTo>
                  <a:cubicBezTo>
                    <a:pt x="1589" y="0"/>
                    <a:pt x="0" y="1334"/>
                    <a:pt x="0" y="3259"/>
                  </a:cubicBezTo>
                  <a:lnTo>
                    <a:pt x="0" y="22831"/>
                  </a:lnTo>
                  <a:cubicBezTo>
                    <a:pt x="0" y="24757"/>
                    <a:pt x="1589" y="26091"/>
                    <a:pt x="3283" y="26091"/>
                  </a:cubicBezTo>
                  <a:cubicBezTo>
                    <a:pt x="3942" y="26091"/>
                    <a:pt x="4617" y="25889"/>
                    <a:pt x="5220" y="25441"/>
                  </a:cubicBezTo>
                  <a:lnTo>
                    <a:pt x="18268" y="15655"/>
                  </a:lnTo>
                  <a:cubicBezTo>
                    <a:pt x="19996" y="14350"/>
                    <a:pt x="19996" y="11741"/>
                    <a:pt x="18268" y="10436"/>
                  </a:cubicBezTo>
                  <a:lnTo>
                    <a:pt x="5220" y="650"/>
                  </a:lnTo>
                  <a:cubicBezTo>
                    <a:pt x="4617" y="202"/>
                    <a:pt x="3942" y="0"/>
                    <a:pt x="32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8"/>
            <p:cNvSpPr/>
            <p:nvPr/>
          </p:nvSpPr>
          <p:spPr>
            <a:xfrm>
              <a:off x="5105000" y="3663275"/>
              <a:ext cx="499925" cy="652275"/>
            </a:xfrm>
            <a:custGeom>
              <a:rect b="b" l="l" r="r" t="t"/>
              <a:pathLst>
                <a:path extrusionOk="0" h="26091" w="19997">
                  <a:moveTo>
                    <a:pt x="6524" y="9783"/>
                  </a:moveTo>
                  <a:lnTo>
                    <a:pt x="10863" y="13045"/>
                  </a:lnTo>
                  <a:lnTo>
                    <a:pt x="6524" y="16307"/>
                  </a:lnTo>
                  <a:lnTo>
                    <a:pt x="6524" y="9783"/>
                  </a:lnTo>
                  <a:close/>
                  <a:moveTo>
                    <a:pt x="3283" y="0"/>
                  </a:moveTo>
                  <a:cubicBezTo>
                    <a:pt x="1589" y="0"/>
                    <a:pt x="0" y="1334"/>
                    <a:pt x="0" y="3259"/>
                  </a:cubicBezTo>
                  <a:lnTo>
                    <a:pt x="0" y="22831"/>
                  </a:lnTo>
                  <a:cubicBezTo>
                    <a:pt x="0" y="24757"/>
                    <a:pt x="1589" y="26091"/>
                    <a:pt x="3283" y="26091"/>
                  </a:cubicBezTo>
                  <a:cubicBezTo>
                    <a:pt x="3942" y="26091"/>
                    <a:pt x="4616" y="25889"/>
                    <a:pt x="5220" y="25441"/>
                  </a:cubicBezTo>
                  <a:lnTo>
                    <a:pt x="18267" y="15655"/>
                  </a:lnTo>
                  <a:cubicBezTo>
                    <a:pt x="19996" y="14350"/>
                    <a:pt x="19996" y="11741"/>
                    <a:pt x="18267" y="10436"/>
                  </a:cubicBezTo>
                  <a:lnTo>
                    <a:pt x="5220" y="650"/>
                  </a:lnTo>
                  <a:cubicBezTo>
                    <a:pt x="4616" y="202"/>
                    <a:pt x="3942" y="0"/>
                    <a:pt x="32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8"/>
            <p:cNvSpPr/>
            <p:nvPr/>
          </p:nvSpPr>
          <p:spPr>
            <a:xfrm>
              <a:off x="2566350" y="3663325"/>
              <a:ext cx="499925" cy="652225"/>
            </a:xfrm>
            <a:custGeom>
              <a:rect b="b" l="l" r="r" t="t"/>
              <a:pathLst>
                <a:path extrusionOk="0" h="26089" w="19997">
                  <a:moveTo>
                    <a:pt x="13473" y="9781"/>
                  </a:moveTo>
                  <a:lnTo>
                    <a:pt x="13473" y="16305"/>
                  </a:lnTo>
                  <a:lnTo>
                    <a:pt x="9134" y="13043"/>
                  </a:lnTo>
                  <a:lnTo>
                    <a:pt x="13473" y="9781"/>
                  </a:lnTo>
                  <a:close/>
                  <a:moveTo>
                    <a:pt x="16710" y="1"/>
                  </a:moveTo>
                  <a:cubicBezTo>
                    <a:pt x="16022" y="1"/>
                    <a:pt x="15340" y="216"/>
                    <a:pt x="14778" y="648"/>
                  </a:cubicBezTo>
                  <a:lnTo>
                    <a:pt x="1730" y="10434"/>
                  </a:lnTo>
                  <a:cubicBezTo>
                    <a:pt x="1" y="11739"/>
                    <a:pt x="1" y="14348"/>
                    <a:pt x="1730" y="15653"/>
                  </a:cubicBezTo>
                  <a:lnTo>
                    <a:pt x="14778" y="25439"/>
                  </a:lnTo>
                  <a:cubicBezTo>
                    <a:pt x="15381" y="25887"/>
                    <a:pt x="16055" y="26089"/>
                    <a:pt x="16714" y="26089"/>
                  </a:cubicBezTo>
                  <a:cubicBezTo>
                    <a:pt x="18408" y="26089"/>
                    <a:pt x="19997" y="24755"/>
                    <a:pt x="19997" y="22829"/>
                  </a:cubicBezTo>
                  <a:lnTo>
                    <a:pt x="19997" y="3257"/>
                  </a:lnTo>
                  <a:cubicBezTo>
                    <a:pt x="19997" y="2018"/>
                    <a:pt x="19312" y="909"/>
                    <a:pt x="18203" y="354"/>
                  </a:cubicBezTo>
                  <a:cubicBezTo>
                    <a:pt x="17731" y="119"/>
                    <a:pt x="17219" y="1"/>
                    <a:pt x="167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8"/>
            <p:cNvSpPr/>
            <p:nvPr/>
          </p:nvSpPr>
          <p:spPr>
            <a:xfrm>
              <a:off x="1995500" y="3663325"/>
              <a:ext cx="499925" cy="652225"/>
            </a:xfrm>
            <a:custGeom>
              <a:rect b="b" l="l" r="r" t="t"/>
              <a:pathLst>
                <a:path extrusionOk="0" h="26089" w="19997">
                  <a:moveTo>
                    <a:pt x="13473" y="9781"/>
                  </a:moveTo>
                  <a:lnTo>
                    <a:pt x="13473" y="16305"/>
                  </a:lnTo>
                  <a:lnTo>
                    <a:pt x="9134" y="13043"/>
                  </a:lnTo>
                  <a:lnTo>
                    <a:pt x="13473" y="9781"/>
                  </a:lnTo>
                  <a:close/>
                  <a:moveTo>
                    <a:pt x="16710" y="1"/>
                  </a:moveTo>
                  <a:cubicBezTo>
                    <a:pt x="16022" y="1"/>
                    <a:pt x="15340" y="216"/>
                    <a:pt x="14778" y="648"/>
                  </a:cubicBezTo>
                  <a:lnTo>
                    <a:pt x="1730" y="10434"/>
                  </a:lnTo>
                  <a:cubicBezTo>
                    <a:pt x="1" y="11739"/>
                    <a:pt x="1" y="14348"/>
                    <a:pt x="1730" y="15653"/>
                  </a:cubicBezTo>
                  <a:lnTo>
                    <a:pt x="14778" y="25439"/>
                  </a:lnTo>
                  <a:cubicBezTo>
                    <a:pt x="15381" y="25887"/>
                    <a:pt x="16056" y="26089"/>
                    <a:pt x="16715" y="26089"/>
                  </a:cubicBezTo>
                  <a:cubicBezTo>
                    <a:pt x="18408" y="26089"/>
                    <a:pt x="19997" y="24755"/>
                    <a:pt x="19997" y="22829"/>
                  </a:cubicBezTo>
                  <a:lnTo>
                    <a:pt x="19997" y="3257"/>
                  </a:lnTo>
                  <a:cubicBezTo>
                    <a:pt x="19997" y="2018"/>
                    <a:pt x="19312" y="909"/>
                    <a:pt x="18203" y="354"/>
                  </a:cubicBezTo>
                  <a:cubicBezTo>
                    <a:pt x="17731" y="119"/>
                    <a:pt x="17219" y="1"/>
                    <a:pt x="167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8"/>
            <p:cNvSpPr/>
            <p:nvPr/>
          </p:nvSpPr>
          <p:spPr>
            <a:xfrm>
              <a:off x="3881750" y="3744750"/>
              <a:ext cx="163125" cy="489325"/>
            </a:xfrm>
            <a:custGeom>
              <a:rect b="b" l="l" r="r" t="t"/>
              <a:pathLst>
                <a:path extrusionOk="0" h="19573" w="6525">
                  <a:moveTo>
                    <a:pt x="3263" y="0"/>
                  </a:moveTo>
                  <a:cubicBezTo>
                    <a:pt x="1468" y="0"/>
                    <a:pt x="1" y="1468"/>
                    <a:pt x="1" y="3262"/>
                  </a:cubicBezTo>
                  <a:lnTo>
                    <a:pt x="1" y="16310"/>
                  </a:lnTo>
                  <a:cubicBezTo>
                    <a:pt x="1" y="18104"/>
                    <a:pt x="1468" y="19572"/>
                    <a:pt x="3263" y="19572"/>
                  </a:cubicBezTo>
                  <a:cubicBezTo>
                    <a:pt x="5057" y="19572"/>
                    <a:pt x="6525" y="18104"/>
                    <a:pt x="6525" y="16310"/>
                  </a:cubicBezTo>
                  <a:lnTo>
                    <a:pt x="6525" y="3262"/>
                  </a:lnTo>
                  <a:cubicBezTo>
                    <a:pt x="6525" y="1468"/>
                    <a:pt x="505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8"/>
            <p:cNvSpPr/>
            <p:nvPr/>
          </p:nvSpPr>
          <p:spPr>
            <a:xfrm>
              <a:off x="4126400" y="3744750"/>
              <a:ext cx="163125" cy="489325"/>
            </a:xfrm>
            <a:custGeom>
              <a:rect b="b" l="l" r="r" t="t"/>
              <a:pathLst>
                <a:path extrusionOk="0" h="19573" w="6525">
                  <a:moveTo>
                    <a:pt x="3263" y="0"/>
                  </a:moveTo>
                  <a:cubicBezTo>
                    <a:pt x="1468" y="0"/>
                    <a:pt x="1" y="1468"/>
                    <a:pt x="1" y="3262"/>
                  </a:cubicBezTo>
                  <a:lnTo>
                    <a:pt x="1" y="16310"/>
                  </a:lnTo>
                  <a:cubicBezTo>
                    <a:pt x="1" y="18104"/>
                    <a:pt x="1468" y="19572"/>
                    <a:pt x="3263" y="19572"/>
                  </a:cubicBezTo>
                  <a:cubicBezTo>
                    <a:pt x="5057" y="19572"/>
                    <a:pt x="6524" y="18104"/>
                    <a:pt x="6524" y="16310"/>
                  </a:cubicBezTo>
                  <a:lnTo>
                    <a:pt x="6524" y="3262"/>
                  </a:lnTo>
                  <a:cubicBezTo>
                    <a:pt x="6524" y="1468"/>
                    <a:pt x="5057" y="0"/>
                    <a:pt x="3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1" name="Google Shape;1241;p28"/>
          <p:cNvSpPr/>
          <p:nvPr/>
        </p:nvSpPr>
        <p:spPr>
          <a:xfrm>
            <a:off x="7650558" y="2469416"/>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8"/>
          <p:cNvSpPr/>
          <p:nvPr/>
        </p:nvSpPr>
        <p:spPr>
          <a:xfrm>
            <a:off x="715108" y="3593341"/>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3" name="Google Shape;1243;p28"/>
          <p:cNvGrpSpPr/>
          <p:nvPr/>
        </p:nvGrpSpPr>
        <p:grpSpPr>
          <a:xfrm>
            <a:off x="7836390" y="2655264"/>
            <a:ext cx="406512" cy="406512"/>
            <a:chOff x="1272150" y="319650"/>
            <a:chExt cx="5056125" cy="5056125"/>
          </a:xfrm>
        </p:grpSpPr>
        <p:sp>
          <p:nvSpPr>
            <p:cNvPr id="1244" name="Google Shape;1244;p28"/>
            <p:cNvSpPr/>
            <p:nvPr/>
          </p:nvSpPr>
          <p:spPr>
            <a:xfrm>
              <a:off x="2658500" y="1461350"/>
              <a:ext cx="2283425" cy="3914425"/>
            </a:xfrm>
            <a:custGeom>
              <a:rect b="b" l="l" r="r" t="t"/>
              <a:pathLst>
                <a:path extrusionOk="0" h="156577" w="91337">
                  <a:moveTo>
                    <a:pt x="57444" y="6525"/>
                  </a:moveTo>
                  <a:lnTo>
                    <a:pt x="56368" y="9787"/>
                  </a:lnTo>
                  <a:lnTo>
                    <a:pt x="34969" y="9787"/>
                  </a:lnTo>
                  <a:lnTo>
                    <a:pt x="33893" y="6525"/>
                  </a:lnTo>
                  <a:close/>
                  <a:moveTo>
                    <a:pt x="79919" y="6525"/>
                  </a:moveTo>
                  <a:cubicBezTo>
                    <a:pt x="82627" y="6525"/>
                    <a:pt x="84812" y="8710"/>
                    <a:pt x="84812" y="11418"/>
                  </a:cubicBezTo>
                  <a:lnTo>
                    <a:pt x="84812" y="145159"/>
                  </a:lnTo>
                  <a:cubicBezTo>
                    <a:pt x="84812" y="147867"/>
                    <a:pt x="82627" y="150052"/>
                    <a:pt x="79919" y="150052"/>
                  </a:cubicBezTo>
                  <a:lnTo>
                    <a:pt x="11418" y="150052"/>
                  </a:lnTo>
                  <a:cubicBezTo>
                    <a:pt x="8710" y="150052"/>
                    <a:pt x="6525" y="147867"/>
                    <a:pt x="6525" y="145159"/>
                  </a:cubicBezTo>
                  <a:lnTo>
                    <a:pt x="6525" y="11418"/>
                  </a:lnTo>
                  <a:cubicBezTo>
                    <a:pt x="6525" y="8710"/>
                    <a:pt x="8710" y="6525"/>
                    <a:pt x="11418" y="6525"/>
                  </a:cubicBezTo>
                  <a:lnTo>
                    <a:pt x="27010" y="6525"/>
                  </a:lnTo>
                  <a:lnTo>
                    <a:pt x="29522" y="14093"/>
                  </a:lnTo>
                  <a:cubicBezTo>
                    <a:pt x="29978" y="15397"/>
                    <a:pt x="31218" y="16311"/>
                    <a:pt x="32621" y="16311"/>
                  </a:cubicBezTo>
                  <a:lnTo>
                    <a:pt x="58717" y="16311"/>
                  </a:lnTo>
                  <a:cubicBezTo>
                    <a:pt x="60119" y="16311"/>
                    <a:pt x="61359" y="15397"/>
                    <a:pt x="61815" y="14093"/>
                  </a:cubicBezTo>
                  <a:lnTo>
                    <a:pt x="64327" y="6525"/>
                  </a:lnTo>
                  <a:close/>
                  <a:moveTo>
                    <a:pt x="11418" y="1"/>
                  </a:moveTo>
                  <a:cubicBezTo>
                    <a:pt x="5122" y="1"/>
                    <a:pt x="1" y="5122"/>
                    <a:pt x="1" y="11418"/>
                  </a:cubicBezTo>
                  <a:lnTo>
                    <a:pt x="1" y="145159"/>
                  </a:lnTo>
                  <a:cubicBezTo>
                    <a:pt x="1" y="151455"/>
                    <a:pt x="5122" y="156576"/>
                    <a:pt x="11418" y="156576"/>
                  </a:cubicBezTo>
                  <a:lnTo>
                    <a:pt x="79919" y="156576"/>
                  </a:lnTo>
                  <a:cubicBezTo>
                    <a:pt x="86215" y="156576"/>
                    <a:pt x="91336" y="151455"/>
                    <a:pt x="91336" y="145159"/>
                  </a:cubicBezTo>
                  <a:lnTo>
                    <a:pt x="91336" y="11418"/>
                  </a:lnTo>
                  <a:cubicBezTo>
                    <a:pt x="91336" y="5122"/>
                    <a:pt x="86215" y="1"/>
                    <a:pt x="799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8"/>
            <p:cNvSpPr/>
            <p:nvPr/>
          </p:nvSpPr>
          <p:spPr>
            <a:xfrm>
              <a:off x="3474000" y="4968000"/>
              <a:ext cx="652425" cy="163125"/>
            </a:xfrm>
            <a:custGeom>
              <a:rect b="b" l="l" r="r" t="t"/>
              <a:pathLst>
                <a:path extrusionOk="0" h="6525" w="26097">
                  <a:moveTo>
                    <a:pt x="3263" y="0"/>
                  </a:moveTo>
                  <a:cubicBezTo>
                    <a:pt x="1469" y="0"/>
                    <a:pt x="1" y="1468"/>
                    <a:pt x="1" y="3262"/>
                  </a:cubicBezTo>
                  <a:cubicBezTo>
                    <a:pt x="1" y="5056"/>
                    <a:pt x="1469" y="6524"/>
                    <a:pt x="3263" y="6524"/>
                  </a:cubicBezTo>
                  <a:lnTo>
                    <a:pt x="22835" y="6524"/>
                  </a:lnTo>
                  <a:cubicBezTo>
                    <a:pt x="24629" y="6524"/>
                    <a:pt x="26097" y="5056"/>
                    <a:pt x="26097" y="3262"/>
                  </a:cubicBezTo>
                  <a:cubicBezTo>
                    <a:pt x="26097" y="1468"/>
                    <a:pt x="24629" y="0"/>
                    <a:pt x="228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8"/>
            <p:cNvSpPr/>
            <p:nvPr/>
          </p:nvSpPr>
          <p:spPr>
            <a:xfrm>
              <a:off x="2903150" y="2439950"/>
              <a:ext cx="1794125" cy="1794125"/>
            </a:xfrm>
            <a:custGeom>
              <a:rect b="b" l="l" r="r" t="t"/>
              <a:pathLst>
                <a:path extrusionOk="0" h="71765" w="71765">
                  <a:moveTo>
                    <a:pt x="60347" y="6525"/>
                  </a:moveTo>
                  <a:cubicBezTo>
                    <a:pt x="63055" y="6525"/>
                    <a:pt x="65240" y="8710"/>
                    <a:pt x="65240" y="11418"/>
                  </a:cubicBezTo>
                  <a:lnTo>
                    <a:pt x="65240" y="60347"/>
                  </a:lnTo>
                  <a:cubicBezTo>
                    <a:pt x="65240" y="63055"/>
                    <a:pt x="63055" y="65240"/>
                    <a:pt x="60347" y="65240"/>
                  </a:cubicBezTo>
                  <a:lnTo>
                    <a:pt x="11418" y="65240"/>
                  </a:lnTo>
                  <a:cubicBezTo>
                    <a:pt x="8710" y="65240"/>
                    <a:pt x="6525" y="63055"/>
                    <a:pt x="6525" y="60347"/>
                  </a:cubicBezTo>
                  <a:lnTo>
                    <a:pt x="6525" y="11418"/>
                  </a:lnTo>
                  <a:cubicBezTo>
                    <a:pt x="6525" y="8710"/>
                    <a:pt x="8710" y="6525"/>
                    <a:pt x="11418" y="6525"/>
                  </a:cubicBezTo>
                  <a:close/>
                  <a:moveTo>
                    <a:pt x="11418" y="1"/>
                  </a:moveTo>
                  <a:cubicBezTo>
                    <a:pt x="5122" y="1"/>
                    <a:pt x="1" y="5122"/>
                    <a:pt x="1" y="11418"/>
                  </a:cubicBezTo>
                  <a:lnTo>
                    <a:pt x="1" y="60347"/>
                  </a:lnTo>
                  <a:cubicBezTo>
                    <a:pt x="1" y="66643"/>
                    <a:pt x="5122" y="71764"/>
                    <a:pt x="11418" y="71764"/>
                  </a:cubicBezTo>
                  <a:lnTo>
                    <a:pt x="60347" y="71764"/>
                  </a:lnTo>
                  <a:cubicBezTo>
                    <a:pt x="66643" y="71764"/>
                    <a:pt x="71764" y="66643"/>
                    <a:pt x="71764" y="60347"/>
                  </a:cubicBezTo>
                  <a:lnTo>
                    <a:pt x="71764" y="11418"/>
                  </a:lnTo>
                  <a:cubicBezTo>
                    <a:pt x="71764" y="5122"/>
                    <a:pt x="66643" y="1"/>
                    <a:pt x="60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8"/>
            <p:cNvSpPr/>
            <p:nvPr/>
          </p:nvSpPr>
          <p:spPr>
            <a:xfrm>
              <a:off x="3376150" y="2765825"/>
              <a:ext cx="758425" cy="1142275"/>
            </a:xfrm>
            <a:custGeom>
              <a:rect b="b" l="l" r="r" t="t"/>
              <a:pathLst>
                <a:path extrusionOk="0" h="45691" w="30337">
                  <a:moveTo>
                    <a:pt x="10401" y="32620"/>
                  </a:moveTo>
                  <a:cubicBezTo>
                    <a:pt x="12083" y="32620"/>
                    <a:pt x="13701" y="33928"/>
                    <a:pt x="13701" y="35895"/>
                  </a:cubicBezTo>
                  <a:cubicBezTo>
                    <a:pt x="13701" y="37690"/>
                    <a:pt x="12233" y="39157"/>
                    <a:pt x="10439" y="39157"/>
                  </a:cubicBezTo>
                  <a:cubicBezTo>
                    <a:pt x="7535" y="39157"/>
                    <a:pt x="6068" y="35634"/>
                    <a:pt x="8123" y="33579"/>
                  </a:cubicBezTo>
                  <a:cubicBezTo>
                    <a:pt x="8785" y="32917"/>
                    <a:pt x="9601" y="32620"/>
                    <a:pt x="10401" y="32620"/>
                  </a:cubicBezTo>
                  <a:close/>
                  <a:moveTo>
                    <a:pt x="17000" y="0"/>
                  </a:moveTo>
                  <a:cubicBezTo>
                    <a:pt x="15318" y="0"/>
                    <a:pt x="13701" y="1309"/>
                    <a:pt x="13701" y="3276"/>
                  </a:cubicBezTo>
                  <a:lnTo>
                    <a:pt x="13701" y="26664"/>
                  </a:lnTo>
                  <a:cubicBezTo>
                    <a:pt x="12638" y="26293"/>
                    <a:pt x="11544" y="26113"/>
                    <a:pt x="10462" y="26113"/>
                  </a:cubicBezTo>
                  <a:cubicBezTo>
                    <a:pt x="7455" y="26113"/>
                    <a:pt x="4537" y="27497"/>
                    <a:pt x="2642" y="29991"/>
                  </a:cubicBezTo>
                  <a:cubicBezTo>
                    <a:pt x="65" y="33384"/>
                    <a:pt x="0" y="38081"/>
                    <a:pt x="2447" y="41539"/>
                  </a:cubicBezTo>
                  <a:cubicBezTo>
                    <a:pt x="4328" y="44188"/>
                    <a:pt x="7319" y="45691"/>
                    <a:pt x="10434" y="45691"/>
                  </a:cubicBezTo>
                  <a:cubicBezTo>
                    <a:pt x="11423" y="45691"/>
                    <a:pt x="12424" y="45539"/>
                    <a:pt x="13407" y="45225"/>
                  </a:cubicBezTo>
                  <a:cubicBezTo>
                    <a:pt x="17452" y="43920"/>
                    <a:pt x="20225" y="40169"/>
                    <a:pt x="20225" y="35895"/>
                  </a:cubicBezTo>
                  <a:lnTo>
                    <a:pt x="20225" y="11137"/>
                  </a:lnTo>
                  <a:lnTo>
                    <a:pt x="24433" y="15378"/>
                  </a:lnTo>
                  <a:cubicBezTo>
                    <a:pt x="25069" y="16014"/>
                    <a:pt x="25909" y="16332"/>
                    <a:pt x="26749" y="16332"/>
                  </a:cubicBezTo>
                  <a:cubicBezTo>
                    <a:pt x="27588" y="16332"/>
                    <a:pt x="28428" y="16014"/>
                    <a:pt x="29065" y="15378"/>
                  </a:cubicBezTo>
                  <a:cubicBezTo>
                    <a:pt x="30337" y="14105"/>
                    <a:pt x="30337" y="12018"/>
                    <a:pt x="29065" y="10746"/>
                  </a:cubicBezTo>
                  <a:lnTo>
                    <a:pt x="19279" y="960"/>
                  </a:lnTo>
                  <a:cubicBezTo>
                    <a:pt x="18616" y="297"/>
                    <a:pt x="17801" y="0"/>
                    <a:pt x="170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8"/>
            <p:cNvSpPr/>
            <p:nvPr/>
          </p:nvSpPr>
          <p:spPr>
            <a:xfrm>
              <a:off x="1272150" y="319650"/>
              <a:ext cx="5056125" cy="3914425"/>
            </a:xfrm>
            <a:custGeom>
              <a:rect b="b" l="l" r="r" t="t"/>
              <a:pathLst>
                <a:path extrusionOk="0" h="156577" w="202245">
                  <a:moveTo>
                    <a:pt x="42407" y="81551"/>
                  </a:moveTo>
                  <a:lnTo>
                    <a:pt x="42407" y="84813"/>
                  </a:lnTo>
                  <a:lnTo>
                    <a:pt x="35883" y="84813"/>
                  </a:lnTo>
                  <a:lnTo>
                    <a:pt x="35883" y="81551"/>
                  </a:lnTo>
                  <a:close/>
                  <a:moveTo>
                    <a:pt x="166362" y="81551"/>
                  </a:moveTo>
                  <a:lnTo>
                    <a:pt x="166362" y="84813"/>
                  </a:lnTo>
                  <a:lnTo>
                    <a:pt x="159838" y="84813"/>
                  </a:lnTo>
                  <a:lnTo>
                    <a:pt x="159838" y="81551"/>
                  </a:lnTo>
                  <a:close/>
                  <a:moveTo>
                    <a:pt x="22835" y="97861"/>
                  </a:moveTo>
                  <a:lnTo>
                    <a:pt x="22835" y="143528"/>
                  </a:lnTo>
                  <a:lnTo>
                    <a:pt x="11418" y="143528"/>
                  </a:lnTo>
                  <a:cubicBezTo>
                    <a:pt x="8710" y="143528"/>
                    <a:pt x="6525" y="141343"/>
                    <a:pt x="6525" y="138635"/>
                  </a:cubicBezTo>
                  <a:lnTo>
                    <a:pt x="6525" y="102754"/>
                  </a:lnTo>
                  <a:cubicBezTo>
                    <a:pt x="6525" y="100046"/>
                    <a:pt x="8710" y="97861"/>
                    <a:pt x="11418" y="97861"/>
                  </a:cubicBezTo>
                  <a:close/>
                  <a:moveTo>
                    <a:pt x="190827" y="97861"/>
                  </a:moveTo>
                  <a:cubicBezTo>
                    <a:pt x="193535" y="97861"/>
                    <a:pt x="195720" y="100046"/>
                    <a:pt x="195720" y="102754"/>
                  </a:cubicBezTo>
                  <a:lnTo>
                    <a:pt x="195720" y="138635"/>
                  </a:lnTo>
                  <a:cubicBezTo>
                    <a:pt x="195720" y="141343"/>
                    <a:pt x="193535" y="143528"/>
                    <a:pt x="190827" y="143528"/>
                  </a:cubicBezTo>
                  <a:lnTo>
                    <a:pt x="179410" y="143528"/>
                  </a:lnTo>
                  <a:lnTo>
                    <a:pt x="179410" y="97861"/>
                  </a:lnTo>
                  <a:close/>
                  <a:moveTo>
                    <a:pt x="45669" y="91337"/>
                  </a:moveTo>
                  <a:lnTo>
                    <a:pt x="45669" y="150052"/>
                  </a:lnTo>
                  <a:lnTo>
                    <a:pt x="29359" y="150052"/>
                  </a:lnTo>
                  <a:lnTo>
                    <a:pt x="29359" y="91337"/>
                  </a:lnTo>
                  <a:close/>
                  <a:moveTo>
                    <a:pt x="172886" y="91337"/>
                  </a:moveTo>
                  <a:lnTo>
                    <a:pt x="172886" y="150052"/>
                  </a:lnTo>
                  <a:lnTo>
                    <a:pt x="156576" y="150052"/>
                  </a:lnTo>
                  <a:lnTo>
                    <a:pt x="156576" y="91337"/>
                  </a:lnTo>
                  <a:close/>
                  <a:moveTo>
                    <a:pt x="101123" y="1"/>
                  </a:moveTo>
                  <a:cubicBezTo>
                    <a:pt x="65143" y="1"/>
                    <a:pt x="35883" y="29261"/>
                    <a:pt x="35883" y="65241"/>
                  </a:cubicBezTo>
                  <a:lnTo>
                    <a:pt x="35883" y="75027"/>
                  </a:lnTo>
                  <a:lnTo>
                    <a:pt x="32621" y="75027"/>
                  </a:lnTo>
                  <a:cubicBezTo>
                    <a:pt x="30827" y="75027"/>
                    <a:pt x="29359" y="76495"/>
                    <a:pt x="29359" y="78289"/>
                  </a:cubicBezTo>
                  <a:lnTo>
                    <a:pt x="29359" y="84813"/>
                  </a:lnTo>
                  <a:lnTo>
                    <a:pt x="26097" y="84813"/>
                  </a:lnTo>
                  <a:cubicBezTo>
                    <a:pt x="24303" y="84813"/>
                    <a:pt x="22835" y="86281"/>
                    <a:pt x="22835" y="88075"/>
                  </a:cubicBezTo>
                  <a:lnTo>
                    <a:pt x="22835" y="91337"/>
                  </a:lnTo>
                  <a:lnTo>
                    <a:pt x="11418" y="91337"/>
                  </a:lnTo>
                  <a:cubicBezTo>
                    <a:pt x="5122" y="91337"/>
                    <a:pt x="1" y="96458"/>
                    <a:pt x="1" y="102754"/>
                  </a:cubicBezTo>
                  <a:lnTo>
                    <a:pt x="1" y="138635"/>
                  </a:lnTo>
                  <a:cubicBezTo>
                    <a:pt x="1" y="144931"/>
                    <a:pt x="5122" y="150052"/>
                    <a:pt x="11418" y="150052"/>
                  </a:cubicBezTo>
                  <a:lnTo>
                    <a:pt x="22835" y="150052"/>
                  </a:lnTo>
                  <a:lnTo>
                    <a:pt x="22835" y="153314"/>
                  </a:lnTo>
                  <a:cubicBezTo>
                    <a:pt x="22835" y="155108"/>
                    <a:pt x="24303" y="156576"/>
                    <a:pt x="26097" y="156576"/>
                  </a:cubicBezTo>
                  <a:lnTo>
                    <a:pt x="48931" y="156576"/>
                  </a:lnTo>
                  <a:cubicBezTo>
                    <a:pt x="50725" y="156576"/>
                    <a:pt x="52193" y="155108"/>
                    <a:pt x="52193" y="153314"/>
                  </a:cubicBezTo>
                  <a:lnTo>
                    <a:pt x="52193" y="88075"/>
                  </a:lnTo>
                  <a:cubicBezTo>
                    <a:pt x="52193" y="86281"/>
                    <a:pt x="50725" y="84813"/>
                    <a:pt x="48931" y="84813"/>
                  </a:cubicBezTo>
                  <a:lnTo>
                    <a:pt x="48931" y="78289"/>
                  </a:lnTo>
                  <a:cubicBezTo>
                    <a:pt x="48931" y="76495"/>
                    <a:pt x="47463" y="75027"/>
                    <a:pt x="45669" y="75027"/>
                  </a:cubicBezTo>
                  <a:lnTo>
                    <a:pt x="42407" y="75027"/>
                  </a:lnTo>
                  <a:lnTo>
                    <a:pt x="42407" y="65241"/>
                  </a:lnTo>
                  <a:cubicBezTo>
                    <a:pt x="42407" y="32882"/>
                    <a:pt x="68764" y="6525"/>
                    <a:pt x="101123" y="6525"/>
                  </a:cubicBezTo>
                  <a:cubicBezTo>
                    <a:pt x="133514" y="6525"/>
                    <a:pt x="159838" y="32882"/>
                    <a:pt x="159838" y="65241"/>
                  </a:cubicBezTo>
                  <a:lnTo>
                    <a:pt x="159838" y="75027"/>
                  </a:lnTo>
                  <a:lnTo>
                    <a:pt x="156576" y="75027"/>
                  </a:lnTo>
                  <a:cubicBezTo>
                    <a:pt x="154782" y="75027"/>
                    <a:pt x="153314" y="76495"/>
                    <a:pt x="153314" y="78289"/>
                  </a:cubicBezTo>
                  <a:lnTo>
                    <a:pt x="153314" y="84813"/>
                  </a:lnTo>
                  <a:cubicBezTo>
                    <a:pt x="151520" y="84813"/>
                    <a:pt x="150052" y="86281"/>
                    <a:pt x="150052" y="88075"/>
                  </a:cubicBezTo>
                  <a:lnTo>
                    <a:pt x="150052" y="153314"/>
                  </a:lnTo>
                  <a:cubicBezTo>
                    <a:pt x="150052" y="155108"/>
                    <a:pt x="151520" y="156576"/>
                    <a:pt x="153314" y="156576"/>
                  </a:cubicBezTo>
                  <a:lnTo>
                    <a:pt x="176148" y="156576"/>
                  </a:lnTo>
                  <a:cubicBezTo>
                    <a:pt x="177942" y="156576"/>
                    <a:pt x="179410" y="155108"/>
                    <a:pt x="179410" y="153314"/>
                  </a:cubicBezTo>
                  <a:lnTo>
                    <a:pt x="179410" y="150052"/>
                  </a:lnTo>
                  <a:lnTo>
                    <a:pt x="190827" y="150052"/>
                  </a:lnTo>
                  <a:cubicBezTo>
                    <a:pt x="197123" y="150052"/>
                    <a:pt x="202244" y="144931"/>
                    <a:pt x="202244" y="138635"/>
                  </a:cubicBezTo>
                  <a:lnTo>
                    <a:pt x="202244" y="102754"/>
                  </a:lnTo>
                  <a:cubicBezTo>
                    <a:pt x="202244" y="96458"/>
                    <a:pt x="197123" y="91337"/>
                    <a:pt x="190827" y="91337"/>
                  </a:cubicBezTo>
                  <a:lnTo>
                    <a:pt x="179410" y="91337"/>
                  </a:lnTo>
                  <a:lnTo>
                    <a:pt x="179410" y="88075"/>
                  </a:lnTo>
                  <a:cubicBezTo>
                    <a:pt x="179410" y="86281"/>
                    <a:pt x="177942" y="84813"/>
                    <a:pt x="176148" y="84813"/>
                  </a:cubicBezTo>
                  <a:lnTo>
                    <a:pt x="172886" y="84813"/>
                  </a:lnTo>
                  <a:lnTo>
                    <a:pt x="172886" y="78289"/>
                  </a:lnTo>
                  <a:cubicBezTo>
                    <a:pt x="172886" y="76495"/>
                    <a:pt x="171418" y="75027"/>
                    <a:pt x="169624" y="75027"/>
                  </a:cubicBezTo>
                  <a:lnTo>
                    <a:pt x="166362" y="75027"/>
                  </a:lnTo>
                  <a:lnTo>
                    <a:pt x="166362" y="65241"/>
                  </a:lnTo>
                  <a:cubicBezTo>
                    <a:pt x="166362" y="29261"/>
                    <a:pt x="137102" y="1"/>
                    <a:pt x="101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9" name="Google Shape;1249;p28"/>
          <p:cNvGrpSpPr/>
          <p:nvPr/>
        </p:nvGrpSpPr>
        <p:grpSpPr>
          <a:xfrm>
            <a:off x="900952" y="3779581"/>
            <a:ext cx="406492" cy="405730"/>
            <a:chOff x="5612441" y="3099739"/>
            <a:chExt cx="375477" cy="374774"/>
          </a:xfrm>
        </p:grpSpPr>
        <p:sp>
          <p:nvSpPr>
            <p:cNvPr id="1250" name="Google Shape;1250;p28"/>
            <p:cNvSpPr/>
            <p:nvPr/>
          </p:nvSpPr>
          <p:spPr>
            <a:xfrm>
              <a:off x="5648475" y="3327841"/>
              <a:ext cx="134144" cy="91388"/>
            </a:xfrm>
            <a:custGeom>
              <a:rect b="b" l="l" r="r" t="t"/>
              <a:pathLst>
                <a:path extrusionOk="0" h="2597" w="3812">
                  <a:moveTo>
                    <a:pt x="3430" y="358"/>
                  </a:moveTo>
                  <a:lnTo>
                    <a:pt x="3430" y="2263"/>
                  </a:lnTo>
                  <a:lnTo>
                    <a:pt x="334" y="2263"/>
                  </a:lnTo>
                  <a:lnTo>
                    <a:pt x="334" y="358"/>
                  </a:lnTo>
                  <a:close/>
                  <a:moveTo>
                    <a:pt x="191" y="0"/>
                  </a:moveTo>
                  <a:cubicBezTo>
                    <a:pt x="72" y="0"/>
                    <a:pt x="1" y="96"/>
                    <a:pt x="1" y="191"/>
                  </a:cubicBezTo>
                  <a:lnTo>
                    <a:pt x="1" y="2406"/>
                  </a:lnTo>
                  <a:cubicBezTo>
                    <a:pt x="1" y="2501"/>
                    <a:pt x="96" y="2596"/>
                    <a:pt x="191" y="2596"/>
                  </a:cubicBezTo>
                  <a:lnTo>
                    <a:pt x="3645" y="2596"/>
                  </a:lnTo>
                  <a:cubicBezTo>
                    <a:pt x="3740" y="2596"/>
                    <a:pt x="3811" y="2501"/>
                    <a:pt x="3811" y="2406"/>
                  </a:cubicBezTo>
                  <a:lnTo>
                    <a:pt x="3811" y="191"/>
                  </a:lnTo>
                  <a:cubicBezTo>
                    <a:pt x="3811" y="96"/>
                    <a:pt x="3740" y="0"/>
                    <a:pt x="36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51" name="Google Shape;1251;p28"/>
            <p:cNvSpPr/>
            <p:nvPr/>
          </p:nvSpPr>
          <p:spPr>
            <a:xfrm>
              <a:off x="5612441" y="3099739"/>
              <a:ext cx="375477" cy="374774"/>
            </a:xfrm>
            <a:custGeom>
              <a:rect b="b" l="l" r="r" t="t"/>
              <a:pathLst>
                <a:path extrusionOk="0" h="10650" w="10670">
                  <a:moveTo>
                    <a:pt x="5130" y="286"/>
                  </a:moveTo>
                  <a:cubicBezTo>
                    <a:pt x="5166" y="286"/>
                    <a:pt x="5203" y="287"/>
                    <a:pt x="5240" y="291"/>
                  </a:cubicBezTo>
                  <a:cubicBezTo>
                    <a:pt x="5764" y="315"/>
                    <a:pt x="6216" y="719"/>
                    <a:pt x="6336" y="1243"/>
                  </a:cubicBezTo>
                  <a:cubicBezTo>
                    <a:pt x="6336" y="1315"/>
                    <a:pt x="6359" y="1339"/>
                    <a:pt x="6431" y="1362"/>
                  </a:cubicBezTo>
                  <a:cubicBezTo>
                    <a:pt x="6455" y="1374"/>
                    <a:pt x="6472" y="1380"/>
                    <a:pt x="6493" y="1380"/>
                  </a:cubicBezTo>
                  <a:cubicBezTo>
                    <a:pt x="6514" y="1380"/>
                    <a:pt x="6538" y="1374"/>
                    <a:pt x="6574" y="1362"/>
                  </a:cubicBezTo>
                  <a:cubicBezTo>
                    <a:pt x="6638" y="1341"/>
                    <a:pt x="6717" y="1329"/>
                    <a:pt x="6797" y="1329"/>
                  </a:cubicBezTo>
                  <a:cubicBezTo>
                    <a:pt x="6895" y="1329"/>
                    <a:pt x="6995" y="1347"/>
                    <a:pt x="7074" y="1386"/>
                  </a:cubicBezTo>
                  <a:cubicBezTo>
                    <a:pt x="7217" y="1481"/>
                    <a:pt x="7336" y="1601"/>
                    <a:pt x="7383" y="1791"/>
                  </a:cubicBezTo>
                  <a:cubicBezTo>
                    <a:pt x="7407" y="1958"/>
                    <a:pt x="7383" y="2148"/>
                    <a:pt x="7288" y="2291"/>
                  </a:cubicBezTo>
                  <a:cubicBezTo>
                    <a:pt x="7193" y="2434"/>
                    <a:pt x="7026" y="2529"/>
                    <a:pt x="6859" y="2553"/>
                  </a:cubicBezTo>
                  <a:lnTo>
                    <a:pt x="6026" y="2553"/>
                  </a:lnTo>
                  <a:lnTo>
                    <a:pt x="6026" y="2196"/>
                  </a:lnTo>
                  <a:cubicBezTo>
                    <a:pt x="6026" y="2077"/>
                    <a:pt x="5955" y="1982"/>
                    <a:pt x="5859" y="1982"/>
                  </a:cubicBezTo>
                  <a:cubicBezTo>
                    <a:pt x="5764" y="1982"/>
                    <a:pt x="5669" y="2077"/>
                    <a:pt x="5669" y="2172"/>
                  </a:cubicBezTo>
                  <a:lnTo>
                    <a:pt x="5669" y="2529"/>
                  </a:lnTo>
                  <a:lnTo>
                    <a:pt x="5002" y="2529"/>
                  </a:lnTo>
                  <a:lnTo>
                    <a:pt x="5002" y="1481"/>
                  </a:lnTo>
                  <a:cubicBezTo>
                    <a:pt x="5002" y="1386"/>
                    <a:pt x="4907" y="1315"/>
                    <a:pt x="4811" y="1315"/>
                  </a:cubicBezTo>
                  <a:cubicBezTo>
                    <a:pt x="4716" y="1315"/>
                    <a:pt x="4645" y="1386"/>
                    <a:pt x="4645" y="1481"/>
                  </a:cubicBezTo>
                  <a:lnTo>
                    <a:pt x="4645" y="2529"/>
                  </a:lnTo>
                  <a:lnTo>
                    <a:pt x="3597" y="2529"/>
                  </a:lnTo>
                  <a:cubicBezTo>
                    <a:pt x="3383" y="2529"/>
                    <a:pt x="3216" y="2434"/>
                    <a:pt x="3049" y="2291"/>
                  </a:cubicBezTo>
                  <a:cubicBezTo>
                    <a:pt x="2930" y="2148"/>
                    <a:pt x="2882" y="1934"/>
                    <a:pt x="2906" y="1720"/>
                  </a:cubicBezTo>
                  <a:cubicBezTo>
                    <a:pt x="2930" y="1505"/>
                    <a:pt x="3049" y="1339"/>
                    <a:pt x="3240" y="1243"/>
                  </a:cubicBezTo>
                  <a:cubicBezTo>
                    <a:pt x="3334" y="1176"/>
                    <a:pt x="3443" y="1147"/>
                    <a:pt x="3554" y="1147"/>
                  </a:cubicBezTo>
                  <a:cubicBezTo>
                    <a:pt x="3640" y="1147"/>
                    <a:pt x="3728" y="1164"/>
                    <a:pt x="3811" y="1196"/>
                  </a:cubicBezTo>
                  <a:cubicBezTo>
                    <a:pt x="3821" y="1199"/>
                    <a:pt x="3831" y="1200"/>
                    <a:pt x="3841" y="1200"/>
                  </a:cubicBezTo>
                  <a:cubicBezTo>
                    <a:pt x="3907" y="1200"/>
                    <a:pt x="3981" y="1138"/>
                    <a:pt x="4002" y="1077"/>
                  </a:cubicBezTo>
                  <a:cubicBezTo>
                    <a:pt x="4179" y="588"/>
                    <a:pt x="4626" y="286"/>
                    <a:pt x="5130" y="286"/>
                  </a:cubicBezTo>
                  <a:close/>
                  <a:moveTo>
                    <a:pt x="9074" y="4434"/>
                  </a:moveTo>
                  <a:lnTo>
                    <a:pt x="9003" y="4601"/>
                  </a:lnTo>
                  <a:lnTo>
                    <a:pt x="8241" y="4601"/>
                  </a:lnTo>
                  <a:lnTo>
                    <a:pt x="8169" y="4434"/>
                  </a:lnTo>
                  <a:close/>
                  <a:moveTo>
                    <a:pt x="4811" y="6316"/>
                  </a:moveTo>
                  <a:cubicBezTo>
                    <a:pt x="4907" y="6316"/>
                    <a:pt x="5002" y="6387"/>
                    <a:pt x="5002" y="6482"/>
                  </a:cubicBezTo>
                  <a:lnTo>
                    <a:pt x="5002" y="9245"/>
                  </a:lnTo>
                  <a:lnTo>
                    <a:pt x="858" y="9245"/>
                  </a:lnTo>
                  <a:lnTo>
                    <a:pt x="858" y="6482"/>
                  </a:lnTo>
                  <a:cubicBezTo>
                    <a:pt x="858" y="6387"/>
                    <a:pt x="953" y="6316"/>
                    <a:pt x="1025" y="6316"/>
                  </a:cubicBezTo>
                  <a:close/>
                  <a:moveTo>
                    <a:pt x="3192" y="9578"/>
                  </a:moveTo>
                  <a:lnTo>
                    <a:pt x="3144" y="9769"/>
                  </a:lnTo>
                  <a:lnTo>
                    <a:pt x="2692" y="9769"/>
                  </a:lnTo>
                  <a:lnTo>
                    <a:pt x="2644" y="9578"/>
                  </a:lnTo>
                  <a:close/>
                  <a:moveTo>
                    <a:pt x="5502" y="9578"/>
                  </a:moveTo>
                  <a:lnTo>
                    <a:pt x="5502" y="10078"/>
                  </a:lnTo>
                  <a:cubicBezTo>
                    <a:pt x="5502" y="10174"/>
                    <a:pt x="5407" y="10269"/>
                    <a:pt x="5312" y="10269"/>
                  </a:cubicBezTo>
                  <a:lnTo>
                    <a:pt x="501" y="10269"/>
                  </a:lnTo>
                  <a:cubicBezTo>
                    <a:pt x="406" y="10269"/>
                    <a:pt x="310" y="10174"/>
                    <a:pt x="310" y="10078"/>
                  </a:cubicBezTo>
                  <a:lnTo>
                    <a:pt x="310" y="9578"/>
                  </a:lnTo>
                  <a:lnTo>
                    <a:pt x="2239" y="9578"/>
                  </a:lnTo>
                  <a:lnTo>
                    <a:pt x="2359" y="9959"/>
                  </a:lnTo>
                  <a:cubicBezTo>
                    <a:pt x="2406" y="10031"/>
                    <a:pt x="2454" y="10078"/>
                    <a:pt x="2525" y="10078"/>
                  </a:cubicBezTo>
                  <a:lnTo>
                    <a:pt x="3192" y="10078"/>
                  </a:lnTo>
                  <a:cubicBezTo>
                    <a:pt x="3263" y="10078"/>
                    <a:pt x="3359" y="10031"/>
                    <a:pt x="3359" y="9959"/>
                  </a:cubicBezTo>
                  <a:lnTo>
                    <a:pt x="3478" y="9578"/>
                  </a:lnTo>
                  <a:close/>
                  <a:moveTo>
                    <a:pt x="10027" y="4411"/>
                  </a:moveTo>
                  <a:cubicBezTo>
                    <a:pt x="10170" y="4411"/>
                    <a:pt x="10289" y="4530"/>
                    <a:pt x="10289" y="4673"/>
                  </a:cubicBezTo>
                  <a:lnTo>
                    <a:pt x="10289" y="10031"/>
                  </a:lnTo>
                  <a:lnTo>
                    <a:pt x="10313" y="10031"/>
                  </a:lnTo>
                  <a:cubicBezTo>
                    <a:pt x="10313" y="10174"/>
                    <a:pt x="10193" y="10293"/>
                    <a:pt x="10051" y="10293"/>
                  </a:cubicBezTo>
                  <a:lnTo>
                    <a:pt x="7145" y="10293"/>
                  </a:lnTo>
                  <a:cubicBezTo>
                    <a:pt x="6979" y="10293"/>
                    <a:pt x="6859" y="10174"/>
                    <a:pt x="6859" y="10031"/>
                  </a:cubicBezTo>
                  <a:lnTo>
                    <a:pt x="6859" y="4673"/>
                  </a:lnTo>
                  <a:cubicBezTo>
                    <a:pt x="6859" y="4530"/>
                    <a:pt x="6979" y="4411"/>
                    <a:pt x="7145" y="4411"/>
                  </a:cubicBezTo>
                  <a:lnTo>
                    <a:pt x="7788" y="4411"/>
                  </a:lnTo>
                  <a:lnTo>
                    <a:pt x="7907" y="4792"/>
                  </a:lnTo>
                  <a:cubicBezTo>
                    <a:pt x="7931" y="4839"/>
                    <a:pt x="8003" y="4911"/>
                    <a:pt x="8050" y="4911"/>
                  </a:cubicBezTo>
                  <a:lnTo>
                    <a:pt x="9098" y="4911"/>
                  </a:lnTo>
                  <a:cubicBezTo>
                    <a:pt x="9169" y="4911"/>
                    <a:pt x="9241" y="4839"/>
                    <a:pt x="9241" y="4792"/>
                  </a:cubicBezTo>
                  <a:lnTo>
                    <a:pt x="9360" y="4411"/>
                  </a:lnTo>
                  <a:close/>
                  <a:moveTo>
                    <a:pt x="5171" y="0"/>
                  </a:moveTo>
                  <a:cubicBezTo>
                    <a:pt x="4595" y="0"/>
                    <a:pt x="4057" y="327"/>
                    <a:pt x="3811" y="862"/>
                  </a:cubicBezTo>
                  <a:cubicBezTo>
                    <a:pt x="3748" y="853"/>
                    <a:pt x="3687" y="848"/>
                    <a:pt x="3627" y="848"/>
                  </a:cubicBezTo>
                  <a:cubicBezTo>
                    <a:pt x="3396" y="848"/>
                    <a:pt x="3191" y="920"/>
                    <a:pt x="3002" y="1053"/>
                  </a:cubicBezTo>
                  <a:cubicBezTo>
                    <a:pt x="2763" y="1243"/>
                    <a:pt x="2644" y="1505"/>
                    <a:pt x="2620" y="1815"/>
                  </a:cubicBezTo>
                  <a:cubicBezTo>
                    <a:pt x="2573" y="2101"/>
                    <a:pt x="2692" y="2363"/>
                    <a:pt x="2882" y="2577"/>
                  </a:cubicBezTo>
                  <a:cubicBezTo>
                    <a:pt x="3097" y="2791"/>
                    <a:pt x="3359" y="2910"/>
                    <a:pt x="3621" y="2910"/>
                  </a:cubicBezTo>
                  <a:lnTo>
                    <a:pt x="4669" y="2910"/>
                  </a:lnTo>
                  <a:lnTo>
                    <a:pt x="4669" y="3768"/>
                  </a:lnTo>
                  <a:lnTo>
                    <a:pt x="2930" y="3768"/>
                  </a:lnTo>
                  <a:cubicBezTo>
                    <a:pt x="2859" y="3768"/>
                    <a:pt x="2763" y="3863"/>
                    <a:pt x="2763" y="3958"/>
                  </a:cubicBezTo>
                  <a:lnTo>
                    <a:pt x="2763" y="6006"/>
                  </a:lnTo>
                  <a:lnTo>
                    <a:pt x="1025" y="6006"/>
                  </a:lnTo>
                  <a:cubicBezTo>
                    <a:pt x="739" y="6006"/>
                    <a:pt x="525" y="6244"/>
                    <a:pt x="525" y="6506"/>
                  </a:cubicBezTo>
                  <a:lnTo>
                    <a:pt x="525" y="9293"/>
                  </a:lnTo>
                  <a:lnTo>
                    <a:pt x="168" y="9293"/>
                  </a:lnTo>
                  <a:cubicBezTo>
                    <a:pt x="72" y="9293"/>
                    <a:pt x="1" y="9364"/>
                    <a:pt x="1" y="9459"/>
                  </a:cubicBezTo>
                  <a:lnTo>
                    <a:pt x="1" y="10150"/>
                  </a:lnTo>
                  <a:cubicBezTo>
                    <a:pt x="1" y="10436"/>
                    <a:pt x="215" y="10650"/>
                    <a:pt x="501" y="10650"/>
                  </a:cubicBezTo>
                  <a:lnTo>
                    <a:pt x="5359" y="10650"/>
                  </a:lnTo>
                  <a:cubicBezTo>
                    <a:pt x="5645" y="10650"/>
                    <a:pt x="5859" y="10412"/>
                    <a:pt x="5859" y="10150"/>
                  </a:cubicBezTo>
                  <a:lnTo>
                    <a:pt x="5859" y="9459"/>
                  </a:lnTo>
                  <a:cubicBezTo>
                    <a:pt x="5859" y="9364"/>
                    <a:pt x="5764" y="9293"/>
                    <a:pt x="5669" y="9293"/>
                  </a:cubicBezTo>
                  <a:lnTo>
                    <a:pt x="5359" y="9293"/>
                  </a:lnTo>
                  <a:lnTo>
                    <a:pt x="5359" y="6482"/>
                  </a:lnTo>
                  <a:cubicBezTo>
                    <a:pt x="5359" y="6197"/>
                    <a:pt x="5121" y="5982"/>
                    <a:pt x="4835" y="5982"/>
                  </a:cubicBezTo>
                  <a:lnTo>
                    <a:pt x="3121" y="5982"/>
                  </a:lnTo>
                  <a:lnTo>
                    <a:pt x="3121" y="4077"/>
                  </a:lnTo>
                  <a:lnTo>
                    <a:pt x="4835" y="4077"/>
                  </a:lnTo>
                  <a:cubicBezTo>
                    <a:pt x="4930" y="4077"/>
                    <a:pt x="5026" y="3982"/>
                    <a:pt x="5026" y="3887"/>
                  </a:cubicBezTo>
                  <a:lnTo>
                    <a:pt x="5026" y="2863"/>
                  </a:lnTo>
                  <a:lnTo>
                    <a:pt x="5693" y="2863"/>
                  </a:lnTo>
                  <a:lnTo>
                    <a:pt x="5693" y="3529"/>
                  </a:lnTo>
                  <a:cubicBezTo>
                    <a:pt x="5693" y="3625"/>
                    <a:pt x="5788" y="3720"/>
                    <a:pt x="5883" y="3720"/>
                  </a:cubicBezTo>
                  <a:lnTo>
                    <a:pt x="8479" y="3720"/>
                  </a:lnTo>
                  <a:lnTo>
                    <a:pt x="8479" y="4077"/>
                  </a:lnTo>
                  <a:lnTo>
                    <a:pt x="7145" y="4077"/>
                  </a:lnTo>
                  <a:cubicBezTo>
                    <a:pt x="6812" y="4077"/>
                    <a:pt x="6550" y="4339"/>
                    <a:pt x="6550" y="4673"/>
                  </a:cubicBezTo>
                  <a:lnTo>
                    <a:pt x="6550" y="10031"/>
                  </a:lnTo>
                  <a:cubicBezTo>
                    <a:pt x="6550" y="10364"/>
                    <a:pt x="6812" y="10626"/>
                    <a:pt x="7145" y="10626"/>
                  </a:cubicBezTo>
                  <a:lnTo>
                    <a:pt x="10051" y="10626"/>
                  </a:lnTo>
                  <a:cubicBezTo>
                    <a:pt x="10384" y="10626"/>
                    <a:pt x="10646" y="10364"/>
                    <a:pt x="10646" y="10031"/>
                  </a:cubicBezTo>
                  <a:lnTo>
                    <a:pt x="10646" y="4673"/>
                  </a:lnTo>
                  <a:cubicBezTo>
                    <a:pt x="10670" y="4339"/>
                    <a:pt x="10408" y="4077"/>
                    <a:pt x="10074" y="4077"/>
                  </a:cubicBezTo>
                  <a:lnTo>
                    <a:pt x="8812" y="4077"/>
                  </a:lnTo>
                  <a:lnTo>
                    <a:pt x="8812" y="3577"/>
                  </a:lnTo>
                  <a:cubicBezTo>
                    <a:pt x="8812" y="3482"/>
                    <a:pt x="8717" y="3387"/>
                    <a:pt x="8622" y="3387"/>
                  </a:cubicBezTo>
                  <a:lnTo>
                    <a:pt x="6026" y="3387"/>
                  </a:lnTo>
                  <a:lnTo>
                    <a:pt x="6026" y="2886"/>
                  </a:lnTo>
                  <a:lnTo>
                    <a:pt x="6931" y="2886"/>
                  </a:lnTo>
                  <a:cubicBezTo>
                    <a:pt x="7193" y="2839"/>
                    <a:pt x="7407" y="2744"/>
                    <a:pt x="7574" y="2529"/>
                  </a:cubicBezTo>
                  <a:cubicBezTo>
                    <a:pt x="7741" y="2315"/>
                    <a:pt x="7812" y="2053"/>
                    <a:pt x="7764" y="1815"/>
                  </a:cubicBezTo>
                  <a:cubicBezTo>
                    <a:pt x="7741" y="1553"/>
                    <a:pt x="7574" y="1339"/>
                    <a:pt x="7383" y="1196"/>
                  </a:cubicBezTo>
                  <a:cubicBezTo>
                    <a:pt x="7221" y="1069"/>
                    <a:pt x="7031" y="1011"/>
                    <a:pt x="6845" y="1011"/>
                  </a:cubicBezTo>
                  <a:cubicBezTo>
                    <a:pt x="6786" y="1011"/>
                    <a:pt x="6727" y="1017"/>
                    <a:pt x="6669" y="1029"/>
                  </a:cubicBezTo>
                  <a:cubicBezTo>
                    <a:pt x="6455" y="434"/>
                    <a:pt x="5907" y="29"/>
                    <a:pt x="5288" y="5"/>
                  </a:cubicBezTo>
                  <a:cubicBezTo>
                    <a:pt x="5249" y="2"/>
                    <a:pt x="5209" y="0"/>
                    <a:pt x="51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52" name="Google Shape;1252;p28"/>
            <p:cNvSpPr/>
            <p:nvPr/>
          </p:nvSpPr>
          <p:spPr>
            <a:xfrm>
              <a:off x="5897374" y="3443475"/>
              <a:ext cx="36070" cy="12633"/>
            </a:xfrm>
            <a:custGeom>
              <a:rect b="b" l="l" r="r" t="t"/>
              <a:pathLst>
                <a:path extrusionOk="0" h="359" w="1025">
                  <a:moveTo>
                    <a:pt x="168" y="1"/>
                  </a:moveTo>
                  <a:cubicBezTo>
                    <a:pt x="72" y="1"/>
                    <a:pt x="1" y="72"/>
                    <a:pt x="1" y="168"/>
                  </a:cubicBezTo>
                  <a:cubicBezTo>
                    <a:pt x="1" y="263"/>
                    <a:pt x="72" y="358"/>
                    <a:pt x="168" y="358"/>
                  </a:cubicBezTo>
                  <a:lnTo>
                    <a:pt x="858" y="358"/>
                  </a:lnTo>
                  <a:cubicBezTo>
                    <a:pt x="953" y="358"/>
                    <a:pt x="1025" y="263"/>
                    <a:pt x="1025" y="168"/>
                  </a:cubicBezTo>
                  <a:cubicBezTo>
                    <a:pt x="1025" y="72"/>
                    <a:pt x="953"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sp>
        <p:nvSpPr>
          <p:cNvPr id="1253" name="Google Shape;1253;p28"/>
          <p:cNvSpPr txBox="1"/>
          <p:nvPr>
            <p:ph idx="1" type="subTitle"/>
          </p:nvPr>
        </p:nvSpPr>
        <p:spPr>
          <a:xfrm>
            <a:off x="1627825" y="1648425"/>
            <a:ext cx="4544400" cy="57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As input length increases, attention diffuses across irrelevant tokens. Single-pass prompting fails on structured tasks like log parsing, multi-step retrieval, and aggregation</a:t>
            </a:r>
            <a:endParaRPr sz="1200"/>
          </a:p>
        </p:txBody>
      </p:sp>
      <p:sp>
        <p:nvSpPr>
          <p:cNvPr id="1254" name="Google Shape;1254;p28"/>
          <p:cNvSpPr txBox="1"/>
          <p:nvPr>
            <p:ph idx="2" type="subTitle"/>
          </p:nvPr>
        </p:nvSpPr>
        <p:spPr>
          <a:xfrm>
            <a:off x="1627825" y="1233575"/>
            <a:ext cx="4544400" cy="41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LLMs struggle with long-context  reasoning</a:t>
            </a:r>
            <a:endParaRPr sz="1500"/>
          </a:p>
        </p:txBody>
      </p:sp>
      <p:sp>
        <p:nvSpPr>
          <p:cNvPr id="1255" name="Google Shape;1255;p28"/>
          <p:cNvSpPr txBox="1"/>
          <p:nvPr>
            <p:ph idx="3" type="subTitle"/>
          </p:nvPr>
        </p:nvSpPr>
        <p:spPr>
          <a:xfrm>
            <a:off x="2835950" y="2776525"/>
            <a:ext cx="4544100" cy="579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200"/>
              <a:t>Irrelevant context wastes compute and increases hallucination risk, models lack iterative retrieval mechanisms</a:t>
            </a:r>
            <a:endParaRPr sz="1200"/>
          </a:p>
        </p:txBody>
      </p:sp>
      <p:sp>
        <p:nvSpPr>
          <p:cNvPr id="1256" name="Google Shape;1256;p28"/>
          <p:cNvSpPr txBox="1"/>
          <p:nvPr>
            <p:ph idx="4" type="subTitle"/>
          </p:nvPr>
        </p:nvSpPr>
        <p:spPr>
          <a:xfrm>
            <a:off x="2836105" y="2361675"/>
            <a:ext cx="4544100" cy="414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800"/>
              <a:t>Technical Limitation</a:t>
            </a:r>
            <a:endParaRPr sz="1800"/>
          </a:p>
        </p:txBody>
      </p:sp>
      <p:sp>
        <p:nvSpPr>
          <p:cNvPr id="1257" name="Google Shape;1257;p28"/>
          <p:cNvSpPr txBox="1"/>
          <p:nvPr>
            <p:ph idx="5" type="subTitle"/>
          </p:nvPr>
        </p:nvSpPr>
        <p:spPr>
          <a:xfrm>
            <a:off x="1627825" y="3832250"/>
            <a:ext cx="4544400" cy="57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300"/>
              <a:t>Structured reasoning requires multi-step interaction with data, but standard LLM inference is a single forward pass with no external memory access.</a:t>
            </a:r>
            <a:endParaRPr sz="1300"/>
          </a:p>
        </p:txBody>
      </p:sp>
      <p:sp>
        <p:nvSpPr>
          <p:cNvPr id="1258" name="Google Shape;1258;p28"/>
          <p:cNvSpPr txBox="1"/>
          <p:nvPr>
            <p:ph idx="6" type="subTitle"/>
          </p:nvPr>
        </p:nvSpPr>
        <p:spPr>
          <a:xfrm>
            <a:off x="1627825" y="3485600"/>
            <a:ext cx="4544400" cy="41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Core Challenge</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29"/>
          <p:cNvSpPr txBox="1"/>
          <p:nvPr>
            <p:ph type="title"/>
          </p:nvPr>
        </p:nvSpPr>
        <p:spPr>
          <a:xfrm>
            <a:off x="720000" y="5350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Technical Approach</a:t>
            </a:r>
            <a:endParaRPr/>
          </a:p>
        </p:txBody>
      </p:sp>
      <p:sp>
        <p:nvSpPr>
          <p:cNvPr id="1264" name="Google Shape;1264;p29"/>
          <p:cNvSpPr txBox="1"/>
          <p:nvPr>
            <p:ph idx="1" type="subTitle"/>
          </p:nvPr>
        </p:nvSpPr>
        <p:spPr>
          <a:xfrm>
            <a:off x="720000" y="2584050"/>
            <a:ext cx="2336400" cy="5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External Memory</a:t>
            </a:r>
            <a:endParaRPr/>
          </a:p>
        </p:txBody>
      </p:sp>
      <p:sp>
        <p:nvSpPr>
          <p:cNvPr id="1265" name="Google Shape;1265;p29"/>
          <p:cNvSpPr txBox="1"/>
          <p:nvPr>
            <p:ph idx="2" type="subTitle"/>
          </p:nvPr>
        </p:nvSpPr>
        <p:spPr>
          <a:xfrm>
            <a:off x="720000" y="3245330"/>
            <a:ext cx="2336400" cy="71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The long context is stored outside the model in a Python environment.</a:t>
            </a:r>
            <a:endParaRPr sz="1000"/>
          </a:p>
          <a:p>
            <a:pPr indent="0" lvl="0" marL="0" rtl="0" algn="ctr">
              <a:spcBef>
                <a:spcPts val="0"/>
              </a:spcBef>
              <a:spcAft>
                <a:spcPts val="0"/>
              </a:spcAft>
              <a:buNone/>
            </a:pPr>
            <a:r>
              <a:rPr lang="en" sz="1000"/>
              <a:t>The model does not need to attend to every token at once.</a:t>
            </a:r>
            <a:endParaRPr sz="1000"/>
          </a:p>
        </p:txBody>
      </p:sp>
      <p:sp>
        <p:nvSpPr>
          <p:cNvPr id="1266" name="Google Shape;1266;p29"/>
          <p:cNvSpPr txBox="1"/>
          <p:nvPr>
            <p:ph idx="3" type="subTitle"/>
          </p:nvPr>
        </p:nvSpPr>
        <p:spPr>
          <a:xfrm>
            <a:off x="3403800" y="3272631"/>
            <a:ext cx="2336400" cy="71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100"/>
              <a:t>The agent generates Python code to query the context, the code runs in a sandboxed REPL, and the result is returned for the next step.</a:t>
            </a:r>
            <a:endParaRPr sz="1100"/>
          </a:p>
        </p:txBody>
      </p:sp>
      <p:sp>
        <p:nvSpPr>
          <p:cNvPr id="1267" name="Google Shape;1267;p29"/>
          <p:cNvSpPr txBox="1"/>
          <p:nvPr>
            <p:ph idx="4" type="subTitle"/>
          </p:nvPr>
        </p:nvSpPr>
        <p:spPr>
          <a:xfrm>
            <a:off x="6087600" y="3305706"/>
            <a:ext cx="2336400" cy="71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Tool use is modeled as a Markov Decision Process, the agent chooses either code or a final answer, and the reward balances correctness, steps, and token usage.</a:t>
            </a:r>
            <a:endParaRPr sz="1000"/>
          </a:p>
        </p:txBody>
      </p:sp>
      <p:sp>
        <p:nvSpPr>
          <p:cNvPr id="1268" name="Google Shape;1268;p29"/>
          <p:cNvSpPr txBox="1"/>
          <p:nvPr>
            <p:ph idx="5" type="subTitle"/>
          </p:nvPr>
        </p:nvSpPr>
        <p:spPr>
          <a:xfrm>
            <a:off x="3403800" y="2584050"/>
            <a:ext cx="2336400" cy="5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Tool-Based Interaction</a:t>
            </a:r>
            <a:endParaRPr/>
          </a:p>
        </p:txBody>
      </p:sp>
      <p:sp>
        <p:nvSpPr>
          <p:cNvPr id="1269" name="Google Shape;1269;p29"/>
          <p:cNvSpPr txBox="1"/>
          <p:nvPr>
            <p:ph idx="6" type="subTitle"/>
          </p:nvPr>
        </p:nvSpPr>
        <p:spPr>
          <a:xfrm>
            <a:off x="6087600" y="2584050"/>
            <a:ext cx="2336400" cy="5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MDP Formulation</a:t>
            </a:r>
            <a:endParaRPr/>
          </a:p>
        </p:txBody>
      </p:sp>
      <p:sp>
        <p:nvSpPr>
          <p:cNvPr id="1270" name="Google Shape;1270;p29"/>
          <p:cNvSpPr/>
          <p:nvPr/>
        </p:nvSpPr>
        <p:spPr>
          <a:xfrm>
            <a:off x="1493550" y="1584275"/>
            <a:ext cx="789300" cy="78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9"/>
          <p:cNvSpPr/>
          <p:nvPr/>
        </p:nvSpPr>
        <p:spPr>
          <a:xfrm>
            <a:off x="4177350" y="1584275"/>
            <a:ext cx="789300" cy="78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9"/>
          <p:cNvSpPr/>
          <p:nvPr/>
        </p:nvSpPr>
        <p:spPr>
          <a:xfrm>
            <a:off x="6861150" y="1584288"/>
            <a:ext cx="789300" cy="78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3" name="Google Shape;1273;p29"/>
          <p:cNvGrpSpPr/>
          <p:nvPr/>
        </p:nvGrpSpPr>
        <p:grpSpPr>
          <a:xfrm>
            <a:off x="1684952" y="1776136"/>
            <a:ext cx="406510" cy="405600"/>
            <a:chOff x="3976633" y="1295618"/>
            <a:chExt cx="377131" cy="376322"/>
          </a:xfrm>
        </p:grpSpPr>
        <p:sp>
          <p:nvSpPr>
            <p:cNvPr id="1274" name="Google Shape;1274;p29"/>
            <p:cNvSpPr/>
            <p:nvPr/>
          </p:nvSpPr>
          <p:spPr>
            <a:xfrm>
              <a:off x="3976633" y="1295618"/>
              <a:ext cx="377131" cy="376322"/>
            </a:xfrm>
            <a:custGeom>
              <a:rect b="b" l="l" r="r" t="t"/>
              <a:pathLst>
                <a:path extrusionOk="0" h="10694" w="10717">
                  <a:moveTo>
                    <a:pt x="4350" y="1898"/>
                  </a:moveTo>
                  <a:cubicBezTo>
                    <a:pt x="4640" y="1898"/>
                    <a:pt x="4895" y="2062"/>
                    <a:pt x="5001" y="2358"/>
                  </a:cubicBezTo>
                  <a:cubicBezTo>
                    <a:pt x="4635" y="2560"/>
                    <a:pt x="4199" y="2606"/>
                    <a:pt x="3898" y="2606"/>
                  </a:cubicBezTo>
                  <a:cubicBezTo>
                    <a:pt x="3807" y="2606"/>
                    <a:pt x="3728" y="2602"/>
                    <a:pt x="3667" y="2596"/>
                  </a:cubicBezTo>
                  <a:cubicBezTo>
                    <a:pt x="3667" y="2239"/>
                    <a:pt x="3906" y="1977"/>
                    <a:pt x="4239" y="1906"/>
                  </a:cubicBezTo>
                  <a:cubicBezTo>
                    <a:pt x="4277" y="1900"/>
                    <a:pt x="4314" y="1898"/>
                    <a:pt x="4350" y="1898"/>
                  </a:cubicBezTo>
                  <a:close/>
                  <a:moveTo>
                    <a:pt x="5049" y="2715"/>
                  </a:moveTo>
                  <a:lnTo>
                    <a:pt x="5049" y="3287"/>
                  </a:lnTo>
                  <a:cubicBezTo>
                    <a:pt x="5049" y="3668"/>
                    <a:pt x="4739" y="3954"/>
                    <a:pt x="4358" y="3954"/>
                  </a:cubicBezTo>
                  <a:cubicBezTo>
                    <a:pt x="3977" y="3954"/>
                    <a:pt x="3667" y="3668"/>
                    <a:pt x="3667" y="3287"/>
                  </a:cubicBezTo>
                  <a:lnTo>
                    <a:pt x="3667" y="2954"/>
                  </a:lnTo>
                  <a:lnTo>
                    <a:pt x="3906" y="2954"/>
                  </a:lnTo>
                  <a:cubicBezTo>
                    <a:pt x="4239" y="2954"/>
                    <a:pt x="4644" y="2930"/>
                    <a:pt x="5049" y="2715"/>
                  </a:cubicBezTo>
                  <a:close/>
                  <a:moveTo>
                    <a:pt x="4525" y="4311"/>
                  </a:moveTo>
                  <a:lnTo>
                    <a:pt x="4525" y="4382"/>
                  </a:lnTo>
                  <a:cubicBezTo>
                    <a:pt x="4465" y="4394"/>
                    <a:pt x="4406" y="4400"/>
                    <a:pt x="4346" y="4400"/>
                  </a:cubicBezTo>
                  <a:cubicBezTo>
                    <a:pt x="4287" y="4400"/>
                    <a:pt x="4227" y="4394"/>
                    <a:pt x="4168" y="4382"/>
                  </a:cubicBezTo>
                  <a:lnTo>
                    <a:pt x="4168" y="4311"/>
                  </a:lnTo>
                  <a:close/>
                  <a:moveTo>
                    <a:pt x="4644" y="4668"/>
                  </a:moveTo>
                  <a:lnTo>
                    <a:pt x="5192" y="4835"/>
                  </a:lnTo>
                  <a:cubicBezTo>
                    <a:pt x="5477" y="4906"/>
                    <a:pt x="5668" y="5192"/>
                    <a:pt x="5668" y="5478"/>
                  </a:cubicBezTo>
                  <a:lnTo>
                    <a:pt x="5668" y="6192"/>
                  </a:lnTo>
                  <a:lnTo>
                    <a:pt x="5406" y="6192"/>
                  </a:lnTo>
                  <a:lnTo>
                    <a:pt x="5406" y="5835"/>
                  </a:lnTo>
                  <a:cubicBezTo>
                    <a:pt x="5406" y="5740"/>
                    <a:pt x="5311" y="5668"/>
                    <a:pt x="5215" y="5668"/>
                  </a:cubicBezTo>
                  <a:cubicBezTo>
                    <a:pt x="5120" y="5668"/>
                    <a:pt x="5025" y="5740"/>
                    <a:pt x="5025" y="5835"/>
                  </a:cubicBezTo>
                  <a:lnTo>
                    <a:pt x="5025" y="6192"/>
                  </a:lnTo>
                  <a:lnTo>
                    <a:pt x="3667" y="6192"/>
                  </a:lnTo>
                  <a:lnTo>
                    <a:pt x="3667" y="5835"/>
                  </a:lnTo>
                  <a:cubicBezTo>
                    <a:pt x="3667" y="5740"/>
                    <a:pt x="3572" y="5668"/>
                    <a:pt x="3477" y="5668"/>
                  </a:cubicBezTo>
                  <a:cubicBezTo>
                    <a:pt x="3405" y="5668"/>
                    <a:pt x="3310" y="5740"/>
                    <a:pt x="3310" y="5835"/>
                  </a:cubicBezTo>
                  <a:lnTo>
                    <a:pt x="3310" y="6192"/>
                  </a:lnTo>
                  <a:lnTo>
                    <a:pt x="2953" y="6192"/>
                  </a:lnTo>
                  <a:lnTo>
                    <a:pt x="2953" y="5478"/>
                  </a:lnTo>
                  <a:cubicBezTo>
                    <a:pt x="2953" y="5192"/>
                    <a:pt x="3167" y="4906"/>
                    <a:pt x="3429" y="4835"/>
                  </a:cubicBezTo>
                  <a:lnTo>
                    <a:pt x="3953" y="4668"/>
                  </a:lnTo>
                  <a:cubicBezTo>
                    <a:pt x="4072" y="4716"/>
                    <a:pt x="4191" y="4740"/>
                    <a:pt x="4310" y="4740"/>
                  </a:cubicBezTo>
                  <a:cubicBezTo>
                    <a:pt x="4430" y="4740"/>
                    <a:pt x="4549" y="4716"/>
                    <a:pt x="4644" y="4668"/>
                  </a:cubicBezTo>
                  <a:close/>
                  <a:moveTo>
                    <a:pt x="8335" y="310"/>
                  </a:moveTo>
                  <a:cubicBezTo>
                    <a:pt x="8502" y="310"/>
                    <a:pt x="8597" y="429"/>
                    <a:pt x="8597" y="572"/>
                  </a:cubicBezTo>
                  <a:lnTo>
                    <a:pt x="8597" y="5930"/>
                  </a:lnTo>
                  <a:cubicBezTo>
                    <a:pt x="8597" y="6073"/>
                    <a:pt x="8502" y="6192"/>
                    <a:pt x="8335" y="6192"/>
                  </a:cubicBezTo>
                  <a:lnTo>
                    <a:pt x="7930" y="6192"/>
                  </a:lnTo>
                  <a:cubicBezTo>
                    <a:pt x="7835" y="6192"/>
                    <a:pt x="7740" y="6288"/>
                    <a:pt x="7740" y="6383"/>
                  </a:cubicBezTo>
                  <a:lnTo>
                    <a:pt x="7740" y="7335"/>
                  </a:lnTo>
                  <a:lnTo>
                    <a:pt x="6716" y="6264"/>
                  </a:lnTo>
                  <a:cubicBezTo>
                    <a:pt x="6668" y="6216"/>
                    <a:pt x="6620" y="6192"/>
                    <a:pt x="6597" y="6192"/>
                  </a:cubicBezTo>
                  <a:lnTo>
                    <a:pt x="6073" y="6192"/>
                  </a:lnTo>
                  <a:lnTo>
                    <a:pt x="6073" y="5478"/>
                  </a:lnTo>
                  <a:cubicBezTo>
                    <a:pt x="6073" y="5025"/>
                    <a:pt x="5787" y="4621"/>
                    <a:pt x="5334" y="4502"/>
                  </a:cubicBezTo>
                  <a:lnTo>
                    <a:pt x="4858" y="4359"/>
                  </a:lnTo>
                  <a:lnTo>
                    <a:pt x="4858" y="4168"/>
                  </a:lnTo>
                  <a:cubicBezTo>
                    <a:pt x="5192" y="4001"/>
                    <a:pt x="5358" y="3644"/>
                    <a:pt x="5358" y="3287"/>
                  </a:cubicBezTo>
                  <a:lnTo>
                    <a:pt x="5358" y="2596"/>
                  </a:lnTo>
                  <a:cubicBezTo>
                    <a:pt x="5358" y="2025"/>
                    <a:pt x="4882" y="1549"/>
                    <a:pt x="4334" y="1549"/>
                  </a:cubicBezTo>
                  <a:cubicBezTo>
                    <a:pt x="3763" y="1549"/>
                    <a:pt x="3286" y="2025"/>
                    <a:pt x="3286" y="2596"/>
                  </a:cubicBezTo>
                  <a:lnTo>
                    <a:pt x="3286" y="3287"/>
                  </a:lnTo>
                  <a:cubicBezTo>
                    <a:pt x="3286" y="3644"/>
                    <a:pt x="3501" y="4001"/>
                    <a:pt x="3787" y="4168"/>
                  </a:cubicBezTo>
                  <a:lnTo>
                    <a:pt x="3787" y="4359"/>
                  </a:lnTo>
                  <a:lnTo>
                    <a:pt x="3310" y="4502"/>
                  </a:lnTo>
                  <a:cubicBezTo>
                    <a:pt x="2858" y="4621"/>
                    <a:pt x="2572" y="5025"/>
                    <a:pt x="2572" y="5478"/>
                  </a:cubicBezTo>
                  <a:lnTo>
                    <a:pt x="2572" y="6192"/>
                  </a:lnTo>
                  <a:lnTo>
                    <a:pt x="2310" y="6192"/>
                  </a:lnTo>
                  <a:cubicBezTo>
                    <a:pt x="2143" y="6192"/>
                    <a:pt x="2024" y="6073"/>
                    <a:pt x="2024" y="5930"/>
                  </a:cubicBezTo>
                  <a:lnTo>
                    <a:pt x="2024" y="572"/>
                  </a:lnTo>
                  <a:cubicBezTo>
                    <a:pt x="2024" y="429"/>
                    <a:pt x="2143" y="310"/>
                    <a:pt x="2310" y="310"/>
                  </a:cubicBezTo>
                  <a:close/>
                  <a:moveTo>
                    <a:pt x="2072" y="7407"/>
                  </a:moveTo>
                  <a:lnTo>
                    <a:pt x="1119" y="9479"/>
                  </a:lnTo>
                  <a:lnTo>
                    <a:pt x="476" y="9479"/>
                  </a:lnTo>
                  <a:lnTo>
                    <a:pt x="1667" y="7407"/>
                  </a:lnTo>
                  <a:close/>
                  <a:moveTo>
                    <a:pt x="8287" y="7407"/>
                  </a:moveTo>
                  <a:lnTo>
                    <a:pt x="9240" y="9479"/>
                  </a:lnTo>
                  <a:lnTo>
                    <a:pt x="1500" y="9479"/>
                  </a:lnTo>
                  <a:lnTo>
                    <a:pt x="2453" y="7407"/>
                  </a:lnTo>
                  <a:lnTo>
                    <a:pt x="7359" y="7407"/>
                  </a:lnTo>
                  <a:lnTo>
                    <a:pt x="7835" y="7883"/>
                  </a:lnTo>
                  <a:cubicBezTo>
                    <a:pt x="7880" y="7928"/>
                    <a:pt x="7916" y="7945"/>
                    <a:pt x="7954" y="7945"/>
                  </a:cubicBezTo>
                  <a:cubicBezTo>
                    <a:pt x="7976" y="7945"/>
                    <a:pt x="7999" y="7940"/>
                    <a:pt x="8025" y="7931"/>
                  </a:cubicBezTo>
                  <a:cubicBezTo>
                    <a:pt x="8073" y="7883"/>
                    <a:pt x="8145" y="7836"/>
                    <a:pt x="8145" y="7764"/>
                  </a:cubicBezTo>
                  <a:lnTo>
                    <a:pt x="8145" y="7407"/>
                  </a:lnTo>
                  <a:close/>
                  <a:moveTo>
                    <a:pt x="9050" y="7407"/>
                  </a:moveTo>
                  <a:lnTo>
                    <a:pt x="10240" y="9479"/>
                  </a:lnTo>
                  <a:lnTo>
                    <a:pt x="9621" y="9479"/>
                  </a:lnTo>
                  <a:lnTo>
                    <a:pt x="8668" y="7407"/>
                  </a:lnTo>
                  <a:close/>
                  <a:moveTo>
                    <a:pt x="10359" y="9836"/>
                  </a:moveTo>
                  <a:lnTo>
                    <a:pt x="10359" y="10336"/>
                  </a:lnTo>
                  <a:lnTo>
                    <a:pt x="357" y="10336"/>
                  </a:lnTo>
                  <a:lnTo>
                    <a:pt x="357" y="9836"/>
                  </a:lnTo>
                  <a:close/>
                  <a:moveTo>
                    <a:pt x="2358" y="1"/>
                  </a:moveTo>
                  <a:cubicBezTo>
                    <a:pt x="2024" y="1"/>
                    <a:pt x="1762" y="263"/>
                    <a:pt x="1762" y="596"/>
                  </a:cubicBezTo>
                  <a:lnTo>
                    <a:pt x="1762" y="5954"/>
                  </a:lnTo>
                  <a:cubicBezTo>
                    <a:pt x="1762" y="6288"/>
                    <a:pt x="2024" y="6550"/>
                    <a:pt x="2358" y="6550"/>
                  </a:cubicBezTo>
                  <a:lnTo>
                    <a:pt x="6501" y="6550"/>
                  </a:lnTo>
                  <a:lnTo>
                    <a:pt x="7001" y="7050"/>
                  </a:lnTo>
                  <a:lnTo>
                    <a:pt x="1548" y="7050"/>
                  </a:lnTo>
                  <a:cubicBezTo>
                    <a:pt x="1500" y="7050"/>
                    <a:pt x="1429" y="7097"/>
                    <a:pt x="1405" y="7145"/>
                  </a:cubicBezTo>
                  <a:lnTo>
                    <a:pt x="24" y="9550"/>
                  </a:lnTo>
                  <a:cubicBezTo>
                    <a:pt x="0" y="9598"/>
                    <a:pt x="0" y="9622"/>
                    <a:pt x="0" y="9645"/>
                  </a:cubicBezTo>
                  <a:lnTo>
                    <a:pt x="0" y="10503"/>
                  </a:lnTo>
                  <a:cubicBezTo>
                    <a:pt x="0" y="10598"/>
                    <a:pt x="95" y="10693"/>
                    <a:pt x="191" y="10693"/>
                  </a:cubicBezTo>
                  <a:lnTo>
                    <a:pt x="10502" y="10693"/>
                  </a:lnTo>
                  <a:cubicBezTo>
                    <a:pt x="10597" y="10693"/>
                    <a:pt x="10693" y="10598"/>
                    <a:pt x="10693" y="10503"/>
                  </a:cubicBezTo>
                  <a:lnTo>
                    <a:pt x="10693" y="9645"/>
                  </a:lnTo>
                  <a:cubicBezTo>
                    <a:pt x="10717" y="9622"/>
                    <a:pt x="10717" y="9598"/>
                    <a:pt x="10693" y="9550"/>
                  </a:cubicBezTo>
                  <a:lnTo>
                    <a:pt x="9288" y="7145"/>
                  </a:lnTo>
                  <a:cubicBezTo>
                    <a:pt x="9264" y="7097"/>
                    <a:pt x="9216" y="7050"/>
                    <a:pt x="9145" y="7050"/>
                  </a:cubicBezTo>
                  <a:lnTo>
                    <a:pt x="8145" y="7050"/>
                  </a:lnTo>
                  <a:lnTo>
                    <a:pt x="8145" y="6550"/>
                  </a:lnTo>
                  <a:lnTo>
                    <a:pt x="8407" y="6550"/>
                  </a:lnTo>
                  <a:cubicBezTo>
                    <a:pt x="8740" y="6550"/>
                    <a:pt x="9002" y="6288"/>
                    <a:pt x="9002" y="5954"/>
                  </a:cubicBezTo>
                  <a:lnTo>
                    <a:pt x="9002" y="596"/>
                  </a:lnTo>
                  <a:cubicBezTo>
                    <a:pt x="9002" y="263"/>
                    <a:pt x="8740" y="1"/>
                    <a:pt x="84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75" name="Google Shape;1275;p29"/>
            <p:cNvSpPr/>
            <p:nvPr/>
          </p:nvSpPr>
          <p:spPr>
            <a:xfrm>
              <a:off x="4159305" y="1587273"/>
              <a:ext cx="12598" cy="12598"/>
            </a:xfrm>
            <a:custGeom>
              <a:rect b="b" l="l" r="r" t="t"/>
              <a:pathLst>
                <a:path extrusionOk="0" h="358" w="358">
                  <a:moveTo>
                    <a:pt x="167" y="0"/>
                  </a:moveTo>
                  <a:cubicBezTo>
                    <a:pt x="96" y="0"/>
                    <a:pt x="1" y="71"/>
                    <a:pt x="1" y="167"/>
                  </a:cubicBezTo>
                  <a:cubicBezTo>
                    <a:pt x="1" y="262"/>
                    <a:pt x="96" y="357"/>
                    <a:pt x="167" y="357"/>
                  </a:cubicBezTo>
                  <a:cubicBezTo>
                    <a:pt x="263" y="357"/>
                    <a:pt x="358" y="262"/>
                    <a:pt x="358" y="167"/>
                  </a:cubicBezTo>
                  <a:cubicBezTo>
                    <a:pt x="358" y="71"/>
                    <a:pt x="286"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76" name="Google Shape;1276;p29"/>
            <p:cNvSpPr/>
            <p:nvPr/>
          </p:nvSpPr>
          <p:spPr>
            <a:xfrm>
              <a:off x="4183621" y="1587273"/>
              <a:ext cx="12598" cy="12598"/>
            </a:xfrm>
            <a:custGeom>
              <a:rect b="b" l="l" r="r" t="t"/>
              <a:pathLst>
                <a:path extrusionOk="0" h="358" w="358">
                  <a:moveTo>
                    <a:pt x="167" y="0"/>
                  </a:moveTo>
                  <a:cubicBezTo>
                    <a:pt x="72" y="0"/>
                    <a:pt x="0" y="71"/>
                    <a:pt x="0" y="167"/>
                  </a:cubicBezTo>
                  <a:cubicBezTo>
                    <a:pt x="0" y="262"/>
                    <a:pt x="72" y="357"/>
                    <a:pt x="167" y="357"/>
                  </a:cubicBezTo>
                  <a:cubicBezTo>
                    <a:pt x="262" y="357"/>
                    <a:pt x="357" y="262"/>
                    <a:pt x="357" y="167"/>
                  </a:cubicBezTo>
                  <a:cubicBezTo>
                    <a:pt x="357" y="71"/>
                    <a:pt x="286"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77" name="Google Shape;1277;p29"/>
            <p:cNvSpPr/>
            <p:nvPr/>
          </p:nvSpPr>
          <p:spPr>
            <a:xfrm>
              <a:off x="4134988" y="1587273"/>
              <a:ext cx="12633" cy="12598"/>
            </a:xfrm>
            <a:custGeom>
              <a:rect b="b" l="l" r="r" t="t"/>
              <a:pathLst>
                <a:path extrusionOk="0" h="358" w="359">
                  <a:moveTo>
                    <a:pt x="191" y="0"/>
                  </a:moveTo>
                  <a:cubicBezTo>
                    <a:pt x="96" y="0"/>
                    <a:pt x="1" y="71"/>
                    <a:pt x="1" y="167"/>
                  </a:cubicBezTo>
                  <a:cubicBezTo>
                    <a:pt x="1" y="262"/>
                    <a:pt x="96" y="357"/>
                    <a:pt x="191" y="357"/>
                  </a:cubicBezTo>
                  <a:cubicBezTo>
                    <a:pt x="263" y="357"/>
                    <a:pt x="358" y="262"/>
                    <a:pt x="358" y="167"/>
                  </a:cubicBezTo>
                  <a:cubicBezTo>
                    <a:pt x="358" y="71"/>
                    <a:pt x="311" y="0"/>
                    <a:pt x="1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78" name="Google Shape;1278;p29"/>
            <p:cNvSpPr/>
            <p:nvPr/>
          </p:nvSpPr>
          <p:spPr>
            <a:xfrm>
              <a:off x="4189463" y="1325776"/>
              <a:ext cx="73793" cy="98110"/>
            </a:xfrm>
            <a:custGeom>
              <a:rect b="b" l="l" r="r" t="t"/>
              <a:pathLst>
                <a:path extrusionOk="0" h="2788" w="2097">
                  <a:moveTo>
                    <a:pt x="1763" y="358"/>
                  </a:moveTo>
                  <a:lnTo>
                    <a:pt x="1763" y="2430"/>
                  </a:lnTo>
                  <a:lnTo>
                    <a:pt x="382" y="2430"/>
                  </a:lnTo>
                  <a:lnTo>
                    <a:pt x="382" y="358"/>
                  </a:lnTo>
                  <a:close/>
                  <a:moveTo>
                    <a:pt x="168" y="1"/>
                  </a:moveTo>
                  <a:cubicBezTo>
                    <a:pt x="96" y="1"/>
                    <a:pt x="1" y="96"/>
                    <a:pt x="1" y="191"/>
                  </a:cubicBezTo>
                  <a:lnTo>
                    <a:pt x="1" y="2597"/>
                  </a:lnTo>
                  <a:cubicBezTo>
                    <a:pt x="1" y="2692"/>
                    <a:pt x="96" y="2787"/>
                    <a:pt x="168" y="2787"/>
                  </a:cubicBezTo>
                  <a:lnTo>
                    <a:pt x="1906" y="2787"/>
                  </a:lnTo>
                  <a:cubicBezTo>
                    <a:pt x="2025" y="2787"/>
                    <a:pt x="2097" y="2692"/>
                    <a:pt x="2097" y="2597"/>
                  </a:cubicBezTo>
                  <a:lnTo>
                    <a:pt x="2097" y="191"/>
                  </a:lnTo>
                  <a:cubicBezTo>
                    <a:pt x="2097" y="96"/>
                    <a:pt x="2001" y="1"/>
                    <a:pt x="19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79" name="Google Shape;1279;p29"/>
            <p:cNvSpPr/>
            <p:nvPr/>
          </p:nvSpPr>
          <p:spPr>
            <a:xfrm>
              <a:off x="4208747" y="1350092"/>
              <a:ext cx="36070" cy="12598"/>
            </a:xfrm>
            <a:custGeom>
              <a:rect b="b" l="l" r="r" t="t"/>
              <a:pathLst>
                <a:path extrusionOk="0" h="358" w="1025">
                  <a:moveTo>
                    <a:pt x="167" y="1"/>
                  </a:moveTo>
                  <a:cubicBezTo>
                    <a:pt x="72" y="1"/>
                    <a:pt x="1" y="96"/>
                    <a:pt x="1" y="191"/>
                  </a:cubicBezTo>
                  <a:cubicBezTo>
                    <a:pt x="1" y="263"/>
                    <a:pt x="72" y="358"/>
                    <a:pt x="167" y="358"/>
                  </a:cubicBezTo>
                  <a:lnTo>
                    <a:pt x="858" y="358"/>
                  </a:lnTo>
                  <a:cubicBezTo>
                    <a:pt x="953" y="358"/>
                    <a:pt x="1025" y="263"/>
                    <a:pt x="1025" y="191"/>
                  </a:cubicBezTo>
                  <a:cubicBezTo>
                    <a:pt x="1025" y="96"/>
                    <a:pt x="953"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0" name="Google Shape;1280;p29"/>
            <p:cNvSpPr/>
            <p:nvPr/>
          </p:nvSpPr>
          <p:spPr>
            <a:xfrm>
              <a:off x="4208747" y="1367687"/>
              <a:ext cx="36070" cy="12598"/>
            </a:xfrm>
            <a:custGeom>
              <a:rect b="b" l="l" r="r" t="t"/>
              <a:pathLst>
                <a:path extrusionOk="0" h="358" w="1025">
                  <a:moveTo>
                    <a:pt x="167" y="1"/>
                  </a:moveTo>
                  <a:cubicBezTo>
                    <a:pt x="72" y="1"/>
                    <a:pt x="1" y="96"/>
                    <a:pt x="1" y="191"/>
                  </a:cubicBezTo>
                  <a:cubicBezTo>
                    <a:pt x="1" y="286"/>
                    <a:pt x="72" y="358"/>
                    <a:pt x="167" y="358"/>
                  </a:cubicBezTo>
                  <a:lnTo>
                    <a:pt x="858" y="358"/>
                  </a:lnTo>
                  <a:cubicBezTo>
                    <a:pt x="953" y="358"/>
                    <a:pt x="1025" y="286"/>
                    <a:pt x="1025" y="191"/>
                  </a:cubicBezTo>
                  <a:cubicBezTo>
                    <a:pt x="1025" y="96"/>
                    <a:pt x="953"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1" name="Google Shape;1281;p29"/>
            <p:cNvSpPr/>
            <p:nvPr/>
          </p:nvSpPr>
          <p:spPr>
            <a:xfrm>
              <a:off x="4208747" y="1386127"/>
              <a:ext cx="36070" cy="12598"/>
            </a:xfrm>
            <a:custGeom>
              <a:rect b="b" l="l" r="r" t="t"/>
              <a:pathLst>
                <a:path extrusionOk="0" h="358" w="1025">
                  <a:moveTo>
                    <a:pt x="167" y="1"/>
                  </a:moveTo>
                  <a:cubicBezTo>
                    <a:pt x="72" y="1"/>
                    <a:pt x="1" y="72"/>
                    <a:pt x="1" y="167"/>
                  </a:cubicBezTo>
                  <a:cubicBezTo>
                    <a:pt x="1" y="263"/>
                    <a:pt x="72" y="358"/>
                    <a:pt x="167" y="358"/>
                  </a:cubicBezTo>
                  <a:lnTo>
                    <a:pt x="858" y="358"/>
                  </a:lnTo>
                  <a:cubicBezTo>
                    <a:pt x="953" y="358"/>
                    <a:pt x="1025" y="263"/>
                    <a:pt x="1025" y="167"/>
                  </a:cubicBezTo>
                  <a:cubicBezTo>
                    <a:pt x="1025" y="72"/>
                    <a:pt x="953"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grpSp>
        <p:nvGrpSpPr>
          <p:cNvPr id="1282" name="Google Shape;1282;p29"/>
          <p:cNvGrpSpPr/>
          <p:nvPr/>
        </p:nvGrpSpPr>
        <p:grpSpPr>
          <a:xfrm>
            <a:off x="4368742" y="1808743"/>
            <a:ext cx="406502" cy="340431"/>
            <a:chOff x="6428708" y="3129228"/>
            <a:chExt cx="376287" cy="315126"/>
          </a:xfrm>
        </p:grpSpPr>
        <p:sp>
          <p:nvSpPr>
            <p:cNvPr id="1283" name="Google Shape;1283;p29"/>
            <p:cNvSpPr/>
            <p:nvPr/>
          </p:nvSpPr>
          <p:spPr>
            <a:xfrm>
              <a:off x="6428708" y="3129228"/>
              <a:ext cx="376287" cy="315126"/>
            </a:xfrm>
            <a:custGeom>
              <a:rect b="b" l="l" r="r" t="t"/>
              <a:pathLst>
                <a:path extrusionOk="0" h="8955" w="10693">
                  <a:moveTo>
                    <a:pt x="8383" y="310"/>
                  </a:moveTo>
                  <a:cubicBezTo>
                    <a:pt x="8526" y="310"/>
                    <a:pt x="8645" y="429"/>
                    <a:pt x="8645" y="596"/>
                  </a:cubicBezTo>
                  <a:lnTo>
                    <a:pt x="8645" y="4216"/>
                  </a:lnTo>
                  <a:cubicBezTo>
                    <a:pt x="8645" y="4358"/>
                    <a:pt x="8526" y="4478"/>
                    <a:pt x="8383" y="4478"/>
                  </a:cubicBezTo>
                  <a:lnTo>
                    <a:pt x="7430" y="4478"/>
                  </a:lnTo>
                  <a:cubicBezTo>
                    <a:pt x="7359" y="4478"/>
                    <a:pt x="7311" y="4525"/>
                    <a:pt x="7264" y="4573"/>
                  </a:cubicBezTo>
                  <a:lnTo>
                    <a:pt x="6740" y="5644"/>
                  </a:lnTo>
                  <a:lnTo>
                    <a:pt x="6216" y="4573"/>
                  </a:lnTo>
                  <a:cubicBezTo>
                    <a:pt x="6168" y="4525"/>
                    <a:pt x="6121" y="4478"/>
                    <a:pt x="6049" y="4478"/>
                  </a:cubicBezTo>
                  <a:lnTo>
                    <a:pt x="2334" y="4478"/>
                  </a:lnTo>
                  <a:cubicBezTo>
                    <a:pt x="2191" y="4478"/>
                    <a:pt x="2072" y="4358"/>
                    <a:pt x="2072" y="4216"/>
                  </a:cubicBezTo>
                  <a:lnTo>
                    <a:pt x="2072" y="596"/>
                  </a:lnTo>
                  <a:cubicBezTo>
                    <a:pt x="2072" y="429"/>
                    <a:pt x="2191" y="310"/>
                    <a:pt x="2334" y="310"/>
                  </a:cubicBezTo>
                  <a:close/>
                  <a:moveTo>
                    <a:pt x="2048" y="5668"/>
                  </a:moveTo>
                  <a:lnTo>
                    <a:pt x="1072" y="7740"/>
                  </a:lnTo>
                  <a:lnTo>
                    <a:pt x="453" y="7740"/>
                  </a:lnTo>
                  <a:lnTo>
                    <a:pt x="1643" y="5668"/>
                  </a:lnTo>
                  <a:close/>
                  <a:moveTo>
                    <a:pt x="8264" y="5668"/>
                  </a:moveTo>
                  <a:lnTo>
                    <a:pt x="9216" y="7740"/>
                  </a:lnTo>
                  <a:lnTo>
                    <a:pt x="1477" y="7740"/>
                  </a:lnTo>
                  <a:lnTo>
                    <a:pt x="2429" y="5668"/>
                  </a:lnTo>
                  <a:lnTo>
                    <a:pt x="6382" y="5668"/>
                  </a:lnTo>
                  <a:lnTo>
                    <a:pt x="6597" y="6097"/>
                  </a:lnTo>
                  <a:cubicBezTo>
                    <a:pt x="6621" y="6145"/>
                    <a:pt x="6692" y="6192"/>
                    <a:pt x="6740" y="6192"/>
                  </a:cubicBezTo>
                  <a:cubicBezTo>
                    <a:pt x="6811" y="6192"/>
                    <a:pt x="6859" y="6145"/>
                    <a:pt x="6883" y="6097"/>
                  </a:cubicBezTo>
                  <a:lnTo>
                    <a:pt x="7097" y="5668"/>
                  </a:lnTo>
                  <a:close/>
                  <a:moveTo>
                    <a:pt x="9026" y="5668"/>
                  </a:moveTo>
                  <a:lnTo>
                    <a:pt x="10217" y="7740"/>
                  </a:lnTo>
                  <a:lnTo>
                    <a:pt x="9597" y="7740"/>
                  </a:lnTo>
                  <a:lnTo>
                    <a:pt x="8645" y="5668"/>
                  </a:lnTo>
                  <a:close/>
                  <a:moveTo>
                    <a:pt x="10336" y="8121"/>
                  </a:moveTo>
                  <a:lnTo>
                    <a:pt x="10336" y="8621"/>
                  </a:lnTo>
                  <a:lnTo>
                    <a:pt x="334" y="8621"/>
                  </a:lnTo>
                  <a:lnTo>
                    <a:pt x="334" y="8121"/>
                  </a:lnTo>
                  <a:close/>
                  <a:moveTo>
                    <a:pt x="2334" y="0"/>
                  </a:moveTo>
                  <a:cubicBezTo>
                    <a:pt x="2001" y="0"/>
                    <a:pt x="1739" y="262"/>
                    <a:pt x="1739" y="596"/>
                  </a:cubicBezTo>
                  <a:lnTo>
                    <a:pt x="1739" y="4216"/>
                  </a:lnTo>
                  <a:cubicBezTo>
                    <a:pt x="1739" y="4549"/>
                    <a:pt x="2001" y="4811"/>
                    <a:pt x="2334" y="4811"/>
                  </a:cubicBezTo>
                  <a:lnTo>
                    <a:pt x="5930" y="4811"/>
                  </a:lnTo>
                  <a:lnTo>
                    <a:pt x="6192" y="5311"/>
                  </a:lnTo>
                  <a:lnTo>
                    <a:pt x="1548" y="5311"/>
                  </a:lnTo>
                  <a:cubicBezTo>
                    <a:pt x="1501" y="5311"/>
                    <a:pt x="1429" y="5359"/>
                    <a:pt x="1405" y="5406"/>
                  </a:cubicBezTo>
                  <a:lnTo>
                    <a:pt x="48" y="7812"/>
                  </a:lnTo>
                  <a:cubicBezTo>
                    <a:pt x="0" y="7859"/>
                    <a:pt x="0" y="7883"/>
                    <a:pt x="0" y="7907"/>
                  </a:cubicBezTo>
                  <a:lnTo>
                    <a:pt x="0" y="8764"/>
                  </a:lnTo>
                  <a:cubicBezTo>
                    <a:pt x="0" y="8859"/>
                    <a:pt x="95" y="8955"/>
                    <a:pt x="191" y="8955"/>
                  </a:cubicBezTo>
                  <a:lnTo>
                    <a:pt x="10526" y="8955"/>
                  </a:lnTo>
                  <a:cubicBezTo>
                    <a:pt x="10598" y="8955"/>
                    <a:pt x="10693" y="8859"/>
                    <a:pt x="10693" y="8764"/>
                  </a:cubicBezTo>
                  <a:lnTo>
                    <a:pt x="10693" y="7907"/>
                  </a:lnTo>
                  <a:cubicBezTo>
                    <a:pt x="10693" y="7883"/>
                    <a:pt x="10693" y="7859"/>
                    <a:pt x="10669" y="7812"/>
                  </a:cubicBezTo>
                  <a:lnTo>
                    <a:pt x="9264" y="5406"/>
                  </a:lnTo>
                  <a:cubicBezTo>
                    <a:pt x="9240" y="5359"/>
                    <a:pt x="9193" y="5311"/>
                    <a:pt x="9121" y="5311"/>
                  </a:cubicBezTo>
                  <a:lnTo>
                    <a:pt x="7264" y="5311"/>
                  </a:lnTo>
                  <a:lnTo>
                    <a:pt x="7549" y="4811"/>
                  </a:lnTo>
                  <a:lnTo>
                    <a:pt x="8383" y="4811"/>
                  </a:lnTo>
                  <a:cubicBezTo>
                    <a:pt x="8692" y="4811"/>
                    <a:pt x="8978" y="4549"/>
                    <a:pt x="8978" y="4216"/>
                  </a:cubicBezTo>
                  <a:lnTo>
                    <a:pt x="8978" y="596"/>
                  </a:lnTo>
                  <a:cubicBezTo>
                    <a:pt x="8978" y="262"/>
                    <a:pt x="8692" y="0"/>
                    <a:pt x="8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4" name="Google Shape;1284;p29"/>
            <p:cNvSpPr/>
            <p:nvPr/>
          </p:nvSpPr>
          <p:spPr>
            <a:xfrm>
              <a:off x="6597972" y="3196265"/>
              <a:ext cx="38603" cy="36386"/>
            </a:xfrm>
            <a:custGeom>
              <a:rect b="b" l="l" r="r" t="t"/>
              <a:pathLst>
                <a:path extrusionOk="0" h="1034" w="1097">
                  <a:moveTo>
                    <a:pt x="546" y="325"/>
                  </a:moveTo>
                  <a:cubicBezTo>
                    <a:pt x="572" y="325"/>
                    <a:pt x="598" y="336"/>
                    <a:pt x="620" y="358"/>
                  </a:cubicBezTo>
                  <a:cubicBezTo>
                    <a:pt x="691" y="382"/>
                    <a:pt x="739" y="429"/>
                    <a:pt x="739" y="501"/>
                  </a:cubicBezTo>
                  <a:cubicBezTo>
                    <a:pt x="715" y="596"/>
                    <a:pt x="644" y="667"/>
                    <a:pt x="572" y="667"/>
                  </a:cubicBezTo>
                  <a:cubicBezTo>
                    <a:pt x="501" y="667"/>
                    <a:pt x="453" y="644"/>
                    <a:pt x="406" y="548"/>
                  </a:cubicBezTo>
                  <a:cubicBezTo>
                    <a:pt x="382" y="501"/>
                    <a:pt x="406" y="405"/>
                    <a:pt x="453" y="382"/>
                  </a:cubicBezTo>
                  <a:cubicBezTo>
                    <a:pt x="479" y="342"/>
                    <a:pt x="513" y="325"/>
                    <a:pt x="546" y="325"/>
                  </a:cubicBezTo>
                  <a:close/>
                  <a:moveTo>
                    <a:pt x="572" y="1"/>
                  </a:moveTo>
                  <a:cubicBezTo>
                    <a:pt x="358" y="1"/>
                    <a:pt x="167" y="96"/>
                    <a:pt x="96" y="310"/>
                  </a:cubicBezTo>
                  <a:cubicBezTo>
                    <a:pt x="1" y="501"/>
                    <a:pt x="48" y="739"/>
                    <a:pt x="215" y="882"/>
                  </a:cubicBezTo>
                  <a:cubicBezTo>
                    <a:pt x="314" y="980"/>
                    <a:pt x="446" y="1034"/>
                    <a:pt x="582" y="1034"/>
                  </a:cubicBezTo>
                  <a:cubicBezTo>
                    <a:pt x="643" y="1034"/>
                    <a:pt x="704" y="1023"/>
                    <a:pt x="763" y="1001"/>
                  </a:cubicBezTo>
                  <a:cubicBezTo>
                    <a:pt x="953" y="906"/>
                    <a:pt x="1096" y="739"/>
                    <a:pt x="1096" y="525"/>
                  </a:cubicBezTo>
                  <a:cubicBezTo>
                    <a:pt x="1072" y="191"/>
                    <a:pt x="834" y="1"/>
                    <a:pt x="5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5" name="Google Shape;1285;p29"/>
            <p:cNvSpPr/>
            <p:nvPr/>
          </p:nvSpPr>
          <p:spPr>
            <a:xfrm>
              <a:off x="6536811" y="3196265"/>
              <a:ext cx="39413" cy="36386"/>
            </a:xfrm>
            <a:custGeom>
              <a:rect b="b" l="l" r="r" t="t"/>
              <a:pathLst>
                <a:path extrusionOk="0" h="1034" w="1120">
                  <a:moveTo>
                    <a:pt x="573" y="337"/>
                  </a:moveTo>
                  <a:cubicBezTo>
                    <a:pt x="597" y="337"/>
                    <a:pt x="621" y="343"/>
                    <a:pt x="643" y="358"/>
                  </a:cubicBezTo>
                  <a:cubicBezTo>
                    <a:pt x="691" y="382"/>
                    <a:pt x="762" y="429"/>
                    <a:pt x="762" y="501"/>
                  </a:cubicBezTo>
                  <a:cubicBezTo>
                    <a:pt x="715" y="596"/>
                    <a:pt x="667" y="667"/>
                    <a:pt x="572" y="667"/>
                  </a:cubicBezTo>
                  <a:cubicBezTo>
                    <a:pt x="524" y="667"/>
                    <a:pt x="453" y="644"/>
                    <a:pt x="429" y="548"/>
                  </a:cubicBezTo>
                  <a:cubicBezTo>
                    <a:pt x="405" y="501"/>
                    <a:pt x="429" y="405"/>
                    <a:pt x="453" y="382"/>
                  </a:cubicBezTo>
                  <a:cubicBezTo>
                    <a:pt x="469" y="365"/>
                    <a:pt x="520" y="337"/>
                    <a:pt x="573" y="337"/>
                  </a:cubicBezTo>
                  <a:close/>
                  <a:moveTo>
                    <a:pt x="572" y="1"/>
                  </a:moveTo>
                  <a:cubicBezTo>
                    <a:pt x="357" y="1"/>
                    <a:pt x="191" y="96"/>
                    <a:pt x="96" y="310"/>
                  </a:cubicBezTo>
                  <a:cubicBezTo>
                    <a:pt x="0" y="501"/>
                    <a:pt x="72" y="739"/>
                    <a:pt x="215" y="882"/>
                  </a:cubicBezTo>
                  <a:cubicBezTo>
                    <a:pt x="313" y="980"/>
                    <a:pt x="446" y="1034"/>
                    <a:pt x="589" y="1034"/>
                  </a:cubicBezTo>
                  <a:cubicBezTo>
                    <a:pt x="653" y="1034"/>
                    <a:pt x="720" y="1023"/>
                    <a:pt x="786" y="1001"/>
                  </a:cubicBezTo>
                  <a:cubicBezTo>
                    <a:pt x="953" y="906"/>
                    <a:pt x="1120" y="739"/>
                    <a:pt x="1120" y="525"/>
                  </a:cubicBezTo>
                  <a:cubicBezTo>
                    <a:pt x="1072" y="191"/>
                    <a:pt x="834" y="1"/>
                    <a:pt x="5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6" name="Google Shape;1286;p29"/>
            <p:cNvSpPr/>
            <p:nvPr/>
          </p:nvSpPr>
          <p:spPr>
            <a:xfrm>
              <a:off x="6658323" y="3194928"/>
              <a:ext cx="39413" cy="36562"/>
            </a:xfrm>
            <a:custGeom>
              <a:rect b="b" l="l" r="r" t="t"/>
              <a:pathLst>
                <a:path extrusionOk="0" h="1039" w="1120">
                  <a:moveTo>
                    <a:pt x="548" y="348"/>
                  </a:moveTo>
                  <a:cubicBezTo>
                    <a:pt x="596" y="348"/>
                    <a:pt x="667" y="396"/>
                    <a:pt x="691" y="467"/>
                  </a:cubicBezTo>
                  <a:cubicBezTo>
                    <a:pt x="715" y="539"/>
                    <a:pt x="691" y="634"/>
                    <a:pt x="667" y="658"/>
                  </a:cubicBezTo>
                  <a:cubicBezTo>
                    <a:pt x="625" y="686"/>
                    <a:pt x="592" y="697"/>
                    <a:pt x="557" y="697"/>
                  </a:cubicBezTo>
                  <a:cubicBezTo>
                    <a:pt x="532" y="697"/>
                    <a:pt x="506" y="691"/>
                    <a:pt x="477" y="682"/>
                  </a:cubicBezTo>
                  <a:cubicBezTo>
                    <a:pt x="429" y="658"/>
                    <a:pt x="358" y="586"/>
                    <a:pt x="358" y="539"/>
                  </a:cubicBezTo>
                  <a:cubicBezTo>
                    <a:pt x="405" y="443"/>
                    <a:pt x="453" y="348"/>
                    <a:pt x="548" y="348"/>
                  </a:cubicBezTo>
                  <a:close/>
                  <a:moveTo>
                    <a:pt x="553" y="1"/>
                  </a:moveTo>
                  <a:cubicBezTo>
                    <a:pt x="482" y="1"/>
                    <a:pt x="408" y="14"/>
                    <a:pt x="334" y="39"/>
                  </a:cubicBezTo>
                  <a:cubicBezTo>
                    <a:pt x="167" y="110"/>
                    <a:pt x="0" y="301"/>
                    <a:pt x="0" y="515"/>
                  </a:cubicBezTo>
                  <a:cubicBezTo>
                    <a:pt x="48" y="824"/>
                    <a:pt x="286" y="1039"/>
                    <a:pt x="548" y="1039"/>
                  </a:cubicBezTo>
                  <a:cubicBezTo>
                    <a:pt x="762" y="1039"/>
                    <a:pt x="929" y="920"/>
                    <a:pt x="1024" y="705"/>
                  </a:cubicBezTo>
                  <a:cubicBezTo>
                    <a:pt x="1120" y="539"/>
                    <a:pt x="1048" y="301"/>
                    <a:pt x="905" y="158"/>
                  </a:cubicBezTo>
                  <a:cubicBezTo>
                    <a:pt x="812" y="49"/>
                    <a:pt x="688" y="1"/>
                    <a:pt x="5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7" name="Google Shape;1287;p29"/>
            <p:cNvSpPr/>
            <p:nvPr/>
          </p:nvSpPr>
          <p:spPr>
            <a:xfrm>
              <a:off x="6610535" y="3359687"/>
              <a:ext cx="12633" cy="12598"/>
            </a:xfrm>
            <a:custGeom>
              <a:rect b="b" l="l" r="r" t="t"/>
              <a:pathLst>
                <a:path extrusionOk="0" h="358" w="359">
                  <a:moveTo>
                    <a:pt x="168" y="0"/>
                  </a:moveTo>
                  <a:cubicBezTo>
                    <a:pt x="72" y="0"/>
                    <a:pt x="1" y="72"/>
                    <a:pt x="1" y="167"/>
                  </a:cubicBezTo>
                  <a:cubicBezTo>
                    <a:pt x="1" y="262"/>
                    <a:pt x="96" y="358"/>
                    <a:pt x="168" y="358"/>
                  </a:cubicBezTo>
                  <a:cubicBezTo>
                    <a:pt x="263" y="358"/>
                    <a:pt x="358" y="262"/>
                    <a:pt x="358" y="167"/>
                  </a:cubicBezTo>
                  <a:cubicBezTo>
                    <a:pt x="358" y="72"/>
                    <a:pt x="287" y="0"/>
                    <a:pt x="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8" name="Google Shape;1288;p29"/>
            <p:cNvSpPr/>
            <p:nvPr/>
          </p:nvSpPr>
          <p:spPr>
            <a:xfrm>
              <a:off x="6634006" y="3359687"/>
              <a:ext cx="13443" cy="12598"/>
            </a:xfrm>
            <a:custGeom>
              <a:rect b="b" l="l" r="r" t="t"/>
              <a:pathLst>
                <a:path extrusionOk="0" h="358" w="382">
                  <a:moveTo>
                    <a:pt x="191" y="0"/>
                  </a:moveTo>
                  <a:cubicBezTo>
                    <a:pt x="96" y="0"/>
                    <a:pt x="1" y="72"/>
                    <a:pt x="1" y="167"/>
                  </a:cubicBezTo>
                  <a:cubicBezTo>
                    <a:pt x="1" y="262"/>
                    <a:pt x="96" y="358"/>
                    <a:pt x="191" y="358"/>
                  </a:cubicBezTo>
                  <a:cubicBezTo>
                    <a:pt x="287" y="358"/>
                    <a:pt x="382" y="262"/>
                    <a:pt x="382" y="167"/>
                  </a:cubicBezTo>
                  <a:cubicBezTo>
                    <a:pt x="382" y="72"/>
                    <a:pt x="310" y="0"/>
                    <a:pt x="1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89" name="Google Shape;1289;p29"/>
            <p:cNvSpPr/>
            <p:nvPr/>
          </p:nvSpPr>
          <p:spPr>
            <a:xfrm>
              <a:off x="6586253" y="3359687"/>
              <a:ext cx="12598" cy="12598"/>
            </a:xfrm>
            <a:custGeom>
              <a:rect b="b" l="l" r="r" t="t"/>
              <a:pathLst>
                <a:path extrusionOk="0" h="358" w="358">
                  <a:moveTo>
                    <a:pt x="191" y="0"/>
                  </a:moveTo>
                  <a:cubicBezTo>
                    <a:pt x="96" y="0"/>
                    <a:pt x="0" y="72"/>
                    <a:pt x="0" y="167"/>
                  </a:cubicBezTo>
                  <a:cubicBezTo>
                    <a:pt x="0" y="262"/>
                    <a:pt x="96" y="358"/>
                    <a:pt x="191" y="358"/>
                  </a:cubicBezTo>
                  <a:cubicBezTo>
                    <a:pt x="262" y="358"/>
                    <a:pt x="358" y="262"/>
                    <a:pt x="358" y="167"/>
                  </a:cubicBezTo>
                  <a:cubicBezTo>
                    <a:pt x="358" y="72"/>
                    <a:pt x="262" y="0"/>
                    <a:pt x="1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grpSp>
        <p:nvGrpSpPr>
          <p:cNvPr id="1290" name="Google Shape;1290;p29"/>
          <p:cNvGrpSpPr/>
          <p:nvPr/>
        </p:nvGrpSpPr>
        <p:grpSpPr>
          <a:xfrm>
            <a:off x="7052541" y="1773749"/>
            <a:ext cx="406482" cy="410441"/>
            <a:chOff x="8052797" y="1297026"/>
            <a:chExt cx="372134" cy="375759"/>
          </a:xfrm>
        </p:grpSpPr>
        <p:sp>
          <p:nvSpPr>
            <p:cNvPr id="1291" name="Google Shape;1291;p29"/>
            <p:cNvSpPr/>
            <p:nvPr/>
          </p:nvSpPr>
          <p:spPr>
            <a:xfrm>
              <a:off x="8149182" y="1479134"/>
              <a:ext cx="12598" cy="25196"/>
            </a:xfrm>
            <a:custGeom>
              <a:rect b="b" l="l" r="r" t="t"/>
              <a:pathLst>
                <a:path extrusionOk="0" h="716" w="358">
                  <a:moveTo>
                    <a:pt x="191" y="1"/>
                  </a:moveTo>
                  <a:cubicBezTo>
                    <a:pt x="96" y="1"/>
                    <a:pt x="0" y="96"/>
                    <a:pt x="0" y="168"/>
                  </a:cubicBezTo>
                  <a:lnTo>
                    <a:pt x="0" y="525"/>
                  </a:lnTo>
                  <a:cubicBezTo>
                    <a:pt x="0" y="620"/>
                    <a:pt x="96" y="715"/>
                    <a:pt x="191" y="715"/>
                  </a:cubicBezTo>
                  <a:cubicBezTo>
                    <a:pt x="262" y="715"/>
                    <a:pt x="358" y="620"/>
                    <a:pt x="358" y="525"/>
                  </a:cubicBezTo>
                  <a:lnTo>
                    <a:pt x="358" y="144"/>
                  </a:lnTo>
                  <a:cubicBezTo>
                    <a:pt x="358" y="49"/>
                    <a:pt x="310" y="1"/>
                    <a:pt x="1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2" name="Google Shape;1292;p29"/>
            <p:cNvSpPr/>
            <p:nvPr/>
          </p:nvSpPr>
          <p:spPr>
            <a:xfrm>
              <a:off x="8186871" y="1436413"/>
              <a:ext cx="84702" cy="60386"/>
            </a:xfrm>
            <a:custGeom>
              <a:rect b="b" l="l" r="r" t="t"/>
              <a:pathLst>
                <a:path extrusionOk="0" h="1716" w="2407">
                  <a:moveTo>
                    <a:pt x="2049" y="310"/>
                  </a:moveTo>
                  <a:lnTo>
                    <a:pt x="2049" y="1358"/>
                  </a:lnTo>
                  <a:lnTo>
                    <a:pt x="334" y="1358"/>
                  </a:lnTo>
                  <a:lnTo>
                    <a:pt x="334" y="310"/>
                  </a:lnTo>
                  <a:close/>
                  <a:moveTo>
                    <a:pt x="191" y="0"/>
                  </a:moveTo>
                  <a:cubicBezTo>
                    <a:pt x="96" y="0"/>
                    <a:pt x="1" y="72"/>
                    <a:pt x="1" y="167"/>
                  </a:cubicBezTo>
                  <a:lnTo>
                    <a:pt x="1" y="1548"/>
                  </a:lnTo>
                  <a:cubicBezTo>
                    <a:pt x="1" y="1620"/>
                    <a:pt x="96" y="1715"/>
                    <a:pt x="191" y="1715"/>
                  </a:cubicBezTo>
                  <a:lnTo>
                    <a:pt x="2240" y="1715"/>
                  </a:lnTo>
                  <a:cubicBezTo>
                    <a:pt x="2311" y="1715"/>
                    <a:pt x="2406" y="1620"/>
                    <a:pt x="2406" y="1548"/>
                  </a:cubicBezTo>
                  <a:lnTo>
                    <a:pt x="2406" y="167"/>
                  </a:lnTo>
                  <a:cubicBezTo>
                    <a:pt x="2382" y="72"/>
                    <a:pt x="2335" y="0"/>
                    <a:pt x="22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3" name="Google Shape;1293;p29"/>
            <p:cNvSpPr/>
            <p:nvPr/>
          </p:nvSpPr>
          <p:spPr>
            <a:xfrm>
              <a:off x="8179340" y="1556235"/>
              <a:ext cx="85512" cy="61231"/>
            </a:xfrm>
            <a:custGeom>
              <a:rect b="b" l="l" r="r" t="t"/>
              <a:pathLst>
                <a:path extrusionOk="0" h="1740" w="2430">
                  <a:moveTo>
                    <a:pt x="191" y="1"/>
                  </a:moveTo>
                  <a:cubicBezTo>
                    <a:pt x="96" y="1"/>
                    <a:pt x="1" y="96"/>
                    <a:pt x="1" y="191"/>
                  </a:cubicBezTo>
                  <a:lnTo>
                    <a:pt x="1" y="1549"/>
                  </a:lnTo>
                  <a:cubicBezTo>
                    <a:pt x="1" y="1644"/>
                    <a:pt x="96" y="1739"/>
                    <a:pt x="191" y="1739"/>
                  </a:cubicBezTo>
                  <a:lnTo>
                    <a:pt x="2239" y="1739"/>
                  </a:lnTo>
                  <a:cubicBezTo>
                    <a:pt x="2334" y="1739"/>
                    <a:pt x="2430" y="1644"/>
                    <a:pt x="2430" y="1549"/>
                  </a:cubicBezTo>
                  <a:cubicBezTo>
                    <a:pt x="2430" y="1477"/>
                    <a:pt x="2358" y="1406"/>
                    <a:pt x="2263" y="1406"/>
                  </a:cubicBezTo>
                  <a:lnTo>
                    <a:pt x="358" y="1406"/>
                  </a:lnTo>
                  <a:lnTo>
                    <a:pt x="358" y="191"/>
                  </a:lnTo>
                  <a:cubicBezTo>
                    <a:pt x="358" y="96"/>
                    <a:pt x="286" y="1"/>
                    <a:pt x="1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4" name="Google Shape;1294;p29"/>
            <p:cNvSpPr/>
            <p:nvPr/>
          </p:nvSpPr>
          <p:spPr>
            <a:xfrm>
              <a:off x="8270693" y="1350937"/>
              <a:ext cx="86356" cy="67072"/>
            </a:xfrm>
            <a:custGeom>
              <a:rect b="b" l="l" r="r" t="t"/>
              <a:pathLst>
                <a:path extrusionOk="0" h="1906" w="2454">
                  <a:moveTo>
                    <a:pt x="215" y="0"/>
                  </a:moveTo>
                  <a:cubicBezTo>
                    <a:pt x="120" y="0"/>
                    <a:pt x="24" y="96"/>
                    <a:pt x="24" y="191"/>
                  </a:cubicBezTo>
                  <a:cubicBezTo>
                    <a:pt x="0" y="286"/>
                    <a:pt x="96" y="358"/>
                    <a:pt x="191" y="358"/>
                  </a:cubicBezTo>
                  <a:lnTo>
                    <a:pt x="2096" y="358"/>
                  </a:lnTo>
                  <a:lnTo>
                    <a:pt x="2096" y="1739"/>
                  </a:lnTo>
                  <a:cubicBezTo>
                    <a:pt x="2096" y="1834"/>
                    <a:pt x="2168" y="1906"/>
                    <a:pt x="2263" y="1906"/>
                  </a:cubicBezTo>
                  <a:cubicBezTo>
                    <a:pt x="2358" y="1906"/>
                    <a:pt x="2453" y="1810"/>
                    <a:pt x="2453" y="1739"/>
                  </a:cubicBezTo>
                  <a:lnTo>
                    <a:pt x="2453" y="191"/>
                  </a:lnTo>
                  <a:cubicBezTo>
                    <a:pt x="2453" y="96"/>
                    <a:pt x="2358" y="0"/>
                    <a:pt x="2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5" name="Google Shape;1295;p29"/>
            <p:cNvSpPr/>
            <p:nvPr/>
          </p:nvSpPr>
          <p:spPr>
            <a:xfrm>
              <a:off x="8100585" y="1362655"/>
              <a:ext cx="13443" cy="12598"/>
            </a:xfrm>
            <a:custGeom>
              <a:rect b="b" l="l" r="r" t="t"/>
              <a:pathLst>
                <a:path extrusionOk="0" h="358" w="382">
                  <a:moveTo>
                    <a:pt x="191" y="1"/>
                  </a:moveTo>
                  <a:cubicBezTo>
                    <a:pt x="95" y="1"/>
                    <a:pt x="0" y="96"/>
                    <a:pt x="0" y="191"/>
                  </a:cubicBezTo>
                  <a:cubicBezTo>
                    <a:pt x="0" y="263"/>
                    <a:pt x="95" y="358"/>
                    <a:pt x="191" y="358"/>
                  </a:cubicBezTo>
                  <a:cubicBezTo>
                    <a:pt x="286" y="358"/>
                    <a:pt x="381" y="263"/>
                    <a:pt x="381" y="191"/>
                  </a:cubicBezTo>
                  <a:cubicBezTo>
                    <a:pt x="381" y="96"/>
                    <a:pt x="286" y="1"/>
                    <a:pt x="1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6" name="Google Shape;1296;p29"/>
            <p:cNvSpPr/>
            <p:nvPr/>
          </p:nvSpPr>
          <p:spPr>
            <a:xfrm>
              <a:off x="8088831" y="1345482"/>
              <a:ext cx="37759" cy="17138"/>
            </a:xfrm>
            <a:custGeom>
              <a:rect b="b" l="l" r="r" t="t"/>
              <a:pathLst>
                <a:path extrusionOk="0" h="487" w="1073">
                  <a:moveTo>
                    <a:pt x="537" y="1"/>
                  </a:moveTo>
                  <a:cubicBezTo>
                    <a:pt x="370" y="1"/>
                    <a:pt x="203" y="60"/>
                    <a:pt x="72" y="179"/>
                  </a:cubicBezTo>
                  <a:cubicBezTo>
                    <a:pt x="25" y="251"/>
                    <a:pt x="1" y="370"/>
                    <a:pt x="72" y="441"/>
                  </a:cubicBezTo>
                  <a:cubicBezTo>
                    <a:pt x="111" y="467"/>
                    <a:pt x="165" y="486"/>
                    <a:pt x="213" y="486"/>
                  </a:cubicBezTo>
                  <a:cubicBezTo>
                    <a:pt x="253" y="486"/>
                    <a:pt x="289" y="473"/>
                    <a:pt x="310" y="441"/>
                  </a:cubicBezTo>
                  <a:cubicBezTo>
                    <a:pt x="370" y="382"/>
                    <a:pt x="447" y="352"/>
                    <a:pt x="528" y="352"/>
                  </a:cubicBezTo>
                  <a:cubicBezTo>
                    <a:pt x="608" y="352"/>
                    <a:pt x="691" y="382"/>
                    <a:pt x="763" y="441"/>
                  </a:cubicBezTo>
                  <a:cubicBezTo>
                    <a:pt x="798" y="465"/>
                    <a:pt x="846" y="477"/>
                    <a:pt x="891" y="477"/>
                  </a:cubicBezTo>
                  <a:cubicBezTo>
                    <a:pt x="935" y="477"/>
                    <a:pt x="977" y="465"/>
                    <a:pt x="1001" y="441"/>
                  </a:cubicBezTo>
                  <a:cubicBezTo>
                    <a:pt x="1072" y="370"/>
                    <a:pt x="1072" y="251"/>
                    <a:pt x="1001" y="179"/>
                  </a:cubicBezTo>
                  <a:cubicBezTo>
                    <a:pt x="870" y="60"/>
                    <a:pt x="703" y="1"/>
                    <a:pt x="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7" name="Google Shape;1297;p29"/>
            <p:cNvSpPr/>
            <p:nvPr/>
          </p:nvSpPr>
          <p:spPr>
            <a:xfrm>
              <a:off x="8076268" y="1326832"/>
              <a:ext cx="61195" cy="21959"/>
            </a:xfrm>
            <a:custGeom>
              <a:rect b="b" l="l" r="r" t="t"/>
              <a:pathLst>
                <a:path extrusionOk="0" h="624" w="1739">
                  <a:moveTo>
                    <a:pt x="858" y="1"/>
                  </a:moveTo>
                  <a:cubicBezTo>
                    <a:pt x="566" y="1"/>
                    <a:pt x="274" y="102"/>
                    <a:pt x="48" y="304"/>
                  </a:cubicBezTo>
                  <a:cubicBezTo>
                    <a:pt x="24" y="328"/>
                    <a:pt x="0" y="376"/>
                    <a:pt x="0" y="423"/>
                  </a:cubicBezTo>
                  <a:cubicBezTo>
                    <a:pt x="0" y="495"/>
                    <a:pt x="0" y="519"/>
                    <a:pt x="24" y="542"/>
                  </a:cubicBezTo>
                  <a:cubicBezTo>
                    <a:pt x="48" y="566"/>
                    <a:pt x="72" y="614"/>
                    <a:pt x="143" y="614"/>
                  </a:cubicBezTo>
                  <a:cubicBezTo>
                    <a:pt x="191" y="614"/>
                    <a:pt x="215" y="614"/>
                    <a:pt x="262" y="566"/>
                  </a:cubicBezTo>
                  <a:cubicBezTo>
                    <a:pt x="453" y="423"/>
                    <a:pt x="667" y="352"/>
                    <a:pt x="876" y="352"/>
                  </a:cubicBezTo>
                  <a:cubicBezTo>
                    <a:pt x="1084" y="352"/>
                    <a:pt x="1286" y="423"/>
                    <a:pt x="1453" y="566"/>
                  </a:cubicBezTo>
                  <a:cubicBezTo>
                    <a:pt x="1471" y="601"/>
                    <a:pt x="1514" y="623"/>
                    <a:pt x="1545" y="623"/>
                  </a:cubicBezTo>
                  <a:cubicBezTo>
                    <a:pt x="1556" y="623"/>
                    <a:pt x="1566" y="620"/>
                    <a:pt x="1572" y="614"/>
                  </a:cubicBezTo>
                  <a:cubicBezTo>
                    <a:pt x="1620" y="614"/>
                    <a:pt x="1667" y="566"/>
                    <a:pt x="1691" y="542"/>
                  </a:cubicBezTo>
                  <a:cubicBezTo>
                    <a:pt x="1715" y="519"/>
                    <a:pt x="1739" y="447"/>
                    <a:pt x="1715" y="423"/>
                  </a:cubicBezTo>
                  <a:cubicBezTo>
                    <a:pt x="1715" y="376"/>
                    <a:pt x="1691" y="328"/>
                    <a:pt x="1667" y="304"/>
                  </a:cubicBezTo>
                  <a:cubicBezTo>
                    <a:pt x="1441" y="102"/>
                    <a:pt x="1150"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8" name="Google Shape;1298;p29"/>
            <p:cNvSpPr/>
            <p:nvPr/>
          </p:nvSpPr>
          <p:spPr>
            <a:xfrm>
              <a:off x="8052797" y="1297026"/>
              <a:ext cx="372134" cy="375759"/>
            </a:xfrm>
            <a:custGeom>
              <a:rect b="b" l="l" r="r" t="t"/>
              <a:pathLst>
                <a:path extrusionOk="0" h="10678" w="10575">
                  <a:moveTo>
                    <a:pt x="1575" y="351"/>
                  </a:moveTo>
                  <a:cubicBezTo>
                    <a:pt x="1892" y="351"/>
                    <a:pt x="2201" y="463"/>
                    <a:pt x="2406" y="699"/>
                  </a:cubicBezTo>
                  <a:cubicBezTo>
                    <a:pt x="2763" y="1056"/>
                    <a:pt x="2858" y="1580"/>
                    <a:pt x="2692" y="2009"/>
                  </a:cubicBezTo>
                  <a:cubicBezTo>
                    <a:pt x="2501" y="2461"/>
                    <a:pt x="2049" y="2771"/>
                    <a:pt x="1572" y="2771"/>
                  </a:cubicBezTo>
                  <a:cubicBezTo>
                    <a:pt x="906" y="2771"/>
                    <a:pt x="358" y="2199"/>
                    <a:pt x="358" y="1532"/>
                  </a:cubicBezTo>
                  <a:cubicBezTo>
                    <a:pt x="358" y="1056"/>
                    <a:pt x="667" y="627"/>
                    <a:pt x="1096" y="437"/>
                  </a:cubicBezTo>
                  <a:cubicBezTo>
                    <a:pt x="1249" y="380"/>
                    <a:pt x="1413" y="351"/>
                    <a:pt x="1575" y="351"/>
                  </a:cubicBezTo>
                  <a:close/>
                  <a:moveTo>
                    <a:pt x="3954" y="1223"/>
                  </a:moveTo>
                  <a:lnTo>
                    <a:pt x="7002" y="3247"/>
                  </a:lnTo>
                  <a:lnTo>
                    <a:pt x="961" y="3247"/>
                  </a:lnTo>
                  <a:lnTo>
                    <a:pt x="1215" y="3056"/>
                  </a:lnTo>
                  <a:cubicBezTo>
                    <a:pt x="1326" y="3081"/>
                    <a:pt x="1435" y="3093"/>
                    <a:pt x="1542" y="3093"/>
                  </a:cubicBezTo>
                  <a:cubicBezTo>
                    <a:pt x="1850" y="3093"/>
                    <a:pt x="2141" y="2995"/>
                    <a:pt x="2406" y="2818"/>
                  </a:cubicBezTo>
                  <a:cubicBezTo>
                    <a:pt x="2763" y="2580"/>
                    <a:pt x="3001" y="2223"/>
                    <a:pt x="3073" y="1818"/>
                  </a:cubicBezTo>
                  <a:lnTo>
                    <a:pt x="3954" y="1223"/>
                  </a:lnTo>
                  <a:close/>
                  <a:moveTo>
                    <a:pt x="8907" y="4128"/>
                  </a:moveTo>
                  <a:lnTo>
                    <a:pt x="8836" y="4319"/>
                  </a:lnTo>
                  <a:lnTo>
                    <a:pt x="8074" y="4319"/>
                  </a:lnTo>
                  <a:lnTo>
                    <a:pt x="8002" y="4128"/>
                  </a:lnTo>
                  <a:close/>
                  <a:moveTo>
                    <a:pt x="3287" y="4319"/>
                  </a:moveTo>
                  <a:lnTo>
                    <a:pt x="3287" y="6724"/>
                  </a:lnTo>
                  <a:lnTo>
                    <a:pt x="1906" y="6724"/>
                  </a:lnTo>
                  <a:lnTo>
                    <a:pt x="1906" y="4319"/>
                  </a:lnTo>
                  <a:close/>
                  <a:moveTo>
                    <a:pt x="6669" y="3628"/>
                  </a:moveTo>
                  <a:lnTo>
                    <a:pt x="6669" y="3866"/>
                  </a:lnTo>
                  <a:cubicBezTo>
                    <a:pt x="6526" y="3961"/>
                    <a:pt x="6383" y="4152"/>
                    <a:pt x="6383" y="4390"/>
                  </a:cubicBezTo>
                  <a:lnTo>
                    <a:pt x="6383" y="6724"/>
                  </a:lnTo>
                  <a:lnTo>
                    <a:pt x="3597" y="6724"/>
                  </a:lnTo>
                  <a:lnTo>
                    <a:pt x="3597" y="4128"/>
                  </a:lnTo>
                  <a:cubicBezTo>
                    <a:pt x="3597" y="4033"/>
                    <a:pt x="3525" y="3961"/>
                    <a:pt x="3430" y="3961"/>
                  </a:cubicBezTo>
                  <a:lnTo>
                    <a:pt x="1691" y="3961"/>
                  </a:lnTo>
                  <a:cubicBezTo>
                    <a:pt x="1620" y="3961"/>
                    <a:pt x="1525" y="4033"/>
                    <a:pt x="1525" y="4128"/>
                  </a:cubicBezTo>
                  <a:lnTo>
                    <a:pt x="1525" y="6724"/>
                  </a:lnTo>
                  <a:lnTo>
                    <a:pt x="1168" y="6724"/>
                  </a:lnTo>
                  <a:lnTo>
                    <a:pt x="1168" y="3628"/>
                  </a:lnTo>
                  <a:close/>
                  <a:moveTo>
                    <a:pt x="9884" y="4128"/>
                  </a:moveTo>
                  <a:cubicBezTo>
                    <a:pt x="10027" y="4128"/>
                    <a:pt x="10146" y="4247"/>
                    <a:pt x="10146" y="4390"/>
                  </a:cubicBezTo>
                  <a:lnTo>
                    <a:pt x="10146" y="10082"/>
                  </a:lnTo>
                  <a:lnTo>
                    <a:pt x="10193" y="10082"/>
                  </a:lnTo>
                  <a:cubicBezTo>
                    <a:pt x="10193" y="10225"/>
                    <a:pt x="10074" y="10344"/>
                    <a:pt x="9907" y="10344"/>
                  </a:cubicBezTo>
                  <a:lnTo>
                    <a:pt x="7002" y="10344"/>
                  </a:lnTo>
                  <a:cubicBezTo>
                    <a:pt x="6859" y="10344"/>
                    <a:pt x="6740" y="10225"/>
                    <a:pt x="6740" y="10082"/>
                  </a:cubicBezTo>
                  <a:lnTo>
                    <a:pt x="6740" y="4390"/>
                  </a:lnTo>
                  <a:cubicBezTo>
                    <a:pt x="6740" y="4247"/>
                    <a:pt x="6859" y="4128"/>
                    <a:pt x="7002" y="4128"/>
                  </a:cubicBezTo>
                  <a:lnTo>
                    <a:pt x="7645" y="4128"/>
                  </a:lnTo>
                  <a:lnTo>
                    <a:pt x="7764" y="4509"/>
                  </a:lnTo>
                  <a:cubicBezTo>
                    <a:pt x="7812" y="4581"/>
                    <a:pt x="7859" y="4628"/>
                    <a:pt x="7931" y="4628"/>
                  </a:cubicBezTo>
                  <a:lnTo>
                    <a:pt x="8955" y="4628"/>
                  </a:lnTo>
                  <a:cubicBezTo>
                    <a:pt x="9026" y="4628"/>
                    <a:pt x="9122" y="4581"/>
                    <a:pt x="9122" y="4509"/>
                  </a:cubicBezTo>
                  <a:lnTo>
                    <a:pt x="9241" y="4128"/>
                  </a:lnTo>
                  <a:close/>
                  <a:moveTo>
                    <a:pt x="1569" y="1"/>
                  </a:moveTo>
                  <a:cubicBezTo>
                    <a:pt x="1268" y="1"/>
                    <a:pt x="976" y="92"/>
                    <a:pt x="715" y="270"/>
                  </a:cubicBezTo>
                  <a:cubicBezTo>
                    <a:pt x="263" y="556"/>
                    <a:pt x="1" y="1104"/>
                    <a:pt x="24" y="1628"/>
                  </a:cubicBezTo>
                  <a:cubicBezTo>
                    <a:pt x="72" y="2175"/>
                    <a:pt x="358" y="2675"/>
                    <a:pt x="858" y="2914"/>
                  </a:cubicBezTo>
                  <a:lnTo>
                    <a:pt x="286" y="3295"/>
                  </a:lnTo>
                  <a:cubicBezTo>
                    <a:pt x="239" y="3318"/>
                    <a:pt x="215" y="3414"/>
                    <a:pt x="239" y="3485"/>
                  </a:cubicBezTo>
                  <a:cubicBezTo>
                    <a:pt x="263" y="3533"/>
                    <a:pt x="334" y="3604"/>
                    <a:pt x="406" y="3604"/>
                  </a:cubicBezTo>
                  <a:lnTo>
                    <a:pt x="929" y="3604"/>
                  </a:lnTo>
                  <a:lnTo>
                    <a:pt x="929" y="6867"/>
                  </a:lnTo>
                  <a:cubicBezTo>
                    <a:pt x="929" y="6962"/>
                    <a:pt x="1001" y="7057"/>
                    <a:pt x="1096" y="7057"/>
                  </a:cubicBezTo>
                  <a:lnTo>
                    <a:pt x="6454" y="7057"/>
                  </a:lnTo>
                  <a:lnTo>
                    <a:pt x="6454" y="10082"/>
                  </a:lnTo>
                  <a:cubicBezTo>
                    <a:pt x="6454" y="10415"/>
                    <a:pt x="6716" y="10677"/>
                    <a:pt x="7050" y="10677"/>
                  </a:cubicBezTo>
                  <a:lnTo>
                    <a:pt x="9979" y="10677"/>
                  </a:lnTo>
                  <a:cubicBezTo>
                    <a:pt x="10289" y="10677"/>
                    <a:pt x="10574" y="10415"/>
                    <a:pt x="10574" y="10082"/>
                  </a:cubicBezTo>
                  <a:lnTo>
                    <a:pt x="10574" y="4390"/>
                  </a:lnTo>
                  <a:cubicBezTo>
                    <a:pt x="10503" y="4033"/>
                    <a:pt x="10241" y="3771"/>
                    <a:pt x="9907" y="3771"/>
                  </a:cubicBezTo>
                  <a:lnTo>
                    <a:pt x="7050" y="3771"/>
                  </a:lnTo>
                  <a:lnTo>
                    <a:pt x="7050" y="3604"/>
                  </a:lnTo>
                  <a:lnTo>
                    <a:pt x="7574" y="3604"/>
                  </a:lnTo>
                  <a:cubicBezTo>
                    <a:pt x="7645" y="3604"/>
                    <a:pt x="7717" y="3533"/>
                    <a:pt x="7740" y="3485"/>
                  </a:cubicBezTo>
                  <a:cubicBezTo>
                    <a:pt x="7764" y="3414"/>
                    <a:pt x="7740" y="3318"/>
                    <a:pt x="7693" y="3295"/>
                  </a:cubicBezTo>
                  <a:lnTo>
                    <a:pt x="4049" y="889"/>
                  </a:lnTo>
                  <a:cubicBezTo>
                    <a:pt x="4013" y="877"/>
                    <a:pt x="3984" y="872"/>
                    <a:pt x="3954" y="872"/>
                  </a:cubicBezTo>
                  <a:cubicBezTo>
                    <a:pt x="3924" y="872"/>
                    <a:pt x="3894" y="877"/>
                    <a:pt x="3859" y="889"/>
                  </a:cubicBezTo>
                  <a:lnTo>
                    <a:pt x="3097" y="1389"/>
                  </a:lnTo>
                  <a:cubicBezTo>
                    <a:pt x="3025" y="866"/>
                    <a:pt x="2716" y="389"/>
                    <a:pt x="2239" y="151"/>
                  </a:cubicBezTo>
                  <a:cubicBezTo>
                    <a:pt x="2017" y="50"/>
                    <a:pt x="1790" y="1"/>
                    <a:pt x="1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299" name="Google Shape;1299;p29"/>
            <p:cNvSpPr/>
            <p:nvPr/>
          </p:nvSpPr>
          <p:spPr>
            <a:xfrm>
              <a:off x="8331853" y="1642556"/>
              <a:ext cx="36070" cy="12598"/>
            </a:xfrm>
            <a:custGeom>
              <a:rect b="b" l="l" r="r" t="t"/>
              <a:pathLst>
                <a:path extrusionOk="0" h="358" w="1025">
                  <a:moveTo>
                    <a:pt x="168" y="1"/>
                  </a:moveTo>
                  <a:cubicBezTo>
                    <a:pt x="72" y="1"/>
                    <a:pt x="1" y="96"/>
                    <a:pt x="1" y="167"/>
                  </a:cubicBezTo>
                  <a:cubicBezTo>
                    <a:pt x="1" y="263"/>
                    <a:pt x="72" y="358"/>
                    <a:pt x="168" y="358"/>
                  </a:cubicBezTo>
                  <a:lnTo>
                    <a:pt x="858" y="358"/>
                  </a:lnTo>
                  <a:cubicBezTo>
                    <a:pt x="953" y="358"/>
                    <a:pt x="1025" y="263"/>
                    <a:pt x="1025" y="167"/>
                  </a:cubicBezTo>
                  <a:cubicBezTo>
                    <a:pt x="1025" y="96"/>
                    <a:pt x="977" y="1"/>
                    <a:pt x="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00" name="Google Shape;1300;p29"/>
            <p:cNvSpPr/>
            <p:nvPr/>
          </p:nvSpPr>
          <p:spPr>
            <a:xfrm>
              <a:off x="8313414" y="1503450"/>
              <a:ext cx="73793" cy="85512"/>
            </a:xfrm>
            <a:custGeom>
              <a:rect b="b" l="l" r="r" t="t"/>
              <a:pathLst>
                <a:path extrusionOk="0" h="2430" w="2097">
                  <a:moveTo>
                    <a:pt x="1049" y="310"/>
                  </a:moveTo>
                  <a:cubicBezTo>
                    <a:pt x="1239" y="310"/>
                    <a:pt x="1406" y="477"/>
                    <a:pt x="1406" y="667"/>
                  </a:cubicBezTo>
                  <a:lnTo>
                    <a:pt x="1406" y="1025"/>
                  </a:lnTo>
                  <a:lnTo>
                    <a:pt x="715" y="1025"/>
                  </a:lnTo>
                  <a:lnTo>
                    <a:pt x="715" y="667"/>
                  </a:lnTo>
                  <a:lnTo>
                    <a:pt x="692" y="667"/>
                  </a:lnTo>
                  <a:cubicBezTo>
                    <a:pt x="692" y="501"/>
                    <a:pt x="834" y="310"/>
                    <a:pt x="1049" y="310"/>
                  </a:cubicBezTo>
                  <a:close/>
                  <a:moveTo>
                    <a:pt x="1739" y="1358"/>
                  </a:moveTo>
                  <a:lnTo>
                    <a:pt x="1739" y="2049"/>
                  </a:lnTo>
                  <a:lnTo>
                    <a:pt x="358" y="2049"/>
                  </a:lnTo>
                  <a:lnTo>
                    <a:pt x="358" y="1358"/>
                  </a:lnTo>
                  <a:close/>
                  <a:moveTo>
                    <a:pt x="1049" y="1"/>
                  </a:moveTo>
                  <a:cubicBezTo>
                    <a:pt x="668" y="1"/>
                    <a:pt x="358" y="286"/>
                    <a:pt x="358" y="667"/>
                  </a:cubicBezTo>
                  <a:lnTo>
                    <a:pt x="358" y="1025"/>
                  </a:lnTo>
                  <a:lnTo>
                    <a:pt x="191" y="1025"/>
                  </a:lnTo>
                  <a:cubicBezTo>
                    <a:pt x="96" y="1025"/>
                    <a:pt x="1" y="1120"/>
                    <a:pt x="1" y="1215"/>
                  </a:cubicBezTo>
                  <a:lnTo>
                    <a:pt x="1" y="2263"/>
                  </a:lnTo>
                  <a:cubicBezTo>
                    <a:pt x="1" y="2334"/>
                    <a:pt x="96" y="2430"/>
                    <a:pt x="191" y="2430"/>
                  </a:cubicBezTo>
                  <a:lnTo>
                    <a:pt x="1906" y="2430"/>
                  </a:lnTo>
                  <a:cubicBezTo>
                    <a:pt x="2001" y="2430"/>
                    <a:pt x="2097" y="2334"/>
                    <a:pt x="2097" y="2263"/>
                  </a:cubicBezTo>
                  <a:lnTo>
                    <a:pt x="2097" y="1215"/>
                  </a:lnTo>
                  <a:cubicBezTo>
                    <a:pt x="2073" y="1096"/>
                    <a:pt x="2001" y="1025"/>
                    <a:pt x="1906" y="1025"/>
                  </a:cubicBezTo>
                  <a:lnTo>
                    <a:pt x="1739" y="1025"/>
                  </a:lnTo>
                  <a:lnTo>
                    <a:pt x="1739" y="667"/>
                  </a:lnTo>
                  <a:cubicBezTo>
                    <a:pt x="1739" y="286"/>
                    <a:pt x="1430" y="1"/>
                    <a:pt x="10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30"/>
          <p:cNvSpPr/>
          <p:nvPr/>
        </p:nvSpPr>
        <p:spPr>
          <a:xfrm>
            <a:off x="919163" y="1750250"/>
            <a:ext cx="1821000" cy="572700"/>
          </a:xfrm>
          <a:prstGeom prst="roundRect">
            <a:avLst>
              <a:gd fmla="val 50000" name="adj"/>
            </a:avLst>
          </a:prstGeom>
          <a:gradFill>
            <a:gsLst>
              <a:gs pos="0">
                <a:schemeClr val="dk2"/>
              </a:gs>
              <a:gs pos="100000">
                <a:schemeClr val="lt2"/>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0"/>
          <p:cNvSpPr/>
          <p:nvPr/>
        </p:nvSpPr>
        <p:spPr>
          <a:xfrm>
            <a:off x="919163" y="3332425"/>
            <a:ext cx="1821000" cy="572700"/>
          </a:xfrm>
          <a:prstGeom prst="roundRect">
            <a:avLst>
              <a:gd fmla="val 50000" name="adj"/>
            </a:avLst>
          </a:prstGeom>
          <a:gradFill>
            <a:gsLst>
              <a:gs pos="0">
                <a:schemeClr val="dk2"/>
              </a:gs>
              <a:gs pos="100000">
                <a:schemeClr val="lt2"/>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0"/>
          <p:cNvSpPr/>
          <p:nvPr/>
        </p:nvSpPr>
        <p:spPr>
          <a:xfrm>
            <a:off x="6286963" y="1750250"/>
            <a:ext cx="1821000" cy="572700"/>
          </a:xfrm>
          <a:prstGeom prst="roundRect">
            <a:avLst>
              <a:gd fmla="val 50000" name="adj"/>
            </a:avLst>
          </a:prstGeom>
          <a:gradFill>
            <a:gsLst>
              <a:gs pos="0">
                <a:schemeClr val="dk2"/>
              </a:gs>
              <a:gs pos="100000">
                <a:schemeClr val="lt2"/>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0"/>
          <p:cNvSpPr txBox="1"/>
          <p:nvPr>
            <p:ph type="title"/>
          </p:nvPr>
        </p:nvSpPr>
        <p:spPr>
          <a:xfrm>
            <a:off x="1291650" y="535000"/>
            <a:ext cx="6560700" cy="103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System Architecture </a:t>
            </a:r>
            <a:endParaRPr/>
          </a:p>
          <a:p>
            <a:pPr indent="0" lvl="0" marL="0" rtl="0" algn="ctr">
              <a:spcBef>
                <a:spcPts val="0"/>
              </a:spcBef>
              <a:spcAft>
                <a:spcPts val="0"/>
              </a:spcAft>
              <a:buNone/>
            </a:pPr>
            <a:r>
              <a:rPr lang="en"/>
              <a:t>(3 Components)</a:t>
            </a:r>
            <a:endParaRPr/>
          </a:p>
        </p:txBody>
      </p:sp>
      <p:sp>
        <p:nvSpPr>
          <p:cNvPr id="1309" name="Google Shape;1309;p30"/>
          <p:cNvSpPr txBox="1"/>
          <p:nvPr/>
        </p:nvSpPr>
        <p:spPr>
          <a:xfrm>
            <a:off x="1130939" y="3354925"/>
            <a:ext cx="1410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Poppins SemiBold"/>
                <a:ea typeface="Poppins SemiBold"/>
                <a:cs typeface="Poppins SemiBold"/>
                <a:sym typeface="Poppins SemiBold"/>
              </a:rPr>
              <a:t>3</a:t>
            </a:r>
            <a:endParaRPr sz="2000">
              <a:solidFill>
                <a:schemeClr val="dk1"/>
              </a:solidFill>
              <a:latin typeface="Poppins SemiBold"/>
              <a:ea typeface="Poppins SemiBold"/>
              <a:cs typeface="Poppins SemiBold"/>
              <a:sym typeface="Poppins SemiBold"/>
            </a:endParaRPr>
          </a:p>
        </p:txBody>
      </p:sp>
      <p:sp>
        <p:nvSpPr>
          <p:cNvPr id="1310" name="Google Shape;1310;p30"/>
          <p:cNvSpPr txBox="1"/>
          <p:nvPr/>
        </p:nvSpPr>
        <p:spPr>
          <a:xfrm>
            <a:off x="925588" y="3882661"/>
            <a:ext cx="1821000" cy="622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n" sz="1200">
                <a:solidFill>
                  <a:schemeClr val="dk2"/>
                </a:solidFill>
                <a:latin typeface="Mulish Medium"/>
                <a:ea typeface="Mulish Medium"/>
                <a:cs typeface="Mulish Medium"/>
                <a:sym typeface="Mulish Medium"/>
              </a:rPr>
              <a:t>A sandboxed REPL executes the code and returns output.</a:t>
            </a:r>
            <a:endParaRPr sz="1200">
              <a:solidFill>
                <a:schemeClr val="dk2"/>
              </a:solidFill>
              <a:highlight>
                <a:srgbClr val="06467E"/>
              </a:highlight>
              <a:latin typeface="Mulish Medium"/>
              <a:ea typeface="Mulish Medium"/>
              <a:cs typeface="Mulish Medium"/>
              <a:sym typeface="Mulish Medium"/>
            </a:endParaRPr>
          </a:p>
        </p:txBody>
      </p:sp>
      <p:sp>
        <p:nvSpPr>
          <p:cNvPr id="1311" name="Google Shape;1311;p30"/>
          <p:cNvSpPr txBox="1"/>
          <p:nvPr/>
        </p:nvSpPr>
        <p:spPr>
          <a:xfrm>
            <a:off x="6492314" y="1772750"/>
            <a:ext cx="1410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Poppins SemiBold"/>
                <a:ea typeface="Poppins SemiBold"/>
                <a:cs typeface="Poppins SemiBold"/>
                <a:sym typeface="Poppins SemiBold"/>
              </a:rPr>
              <a:t>2</a:t>
            </a:r>
            <a:endParaRPr sz="2000">
              <a:solidFill>
                <a:schemeClr val="dk1"/>
              </a:solidFill>
              <a:latin typeface="Poppins SemiBold"/>
              <a:ea typeface="Poppins SemiBold"/>
              <a:cs typeface="Poppins SemiBold"/>
              <a:sym typeface="Poppins SemiBold"/>
            </a:endParaRPr>
          </a:p>
        </p:txBody>
      </p:sp>
      <p:sp>
        <p:nvSpPr>
          <p:cNvPr id="1312" name="Google Shape;1312;p30"/>
          <p:cNvSpPr txBox="1"/>
          <p:nvPr/>
        </p:nvSpPr>
        <p:spPr>
          <a:xfrm>
            <a:off x="6286963" y="2300486"/>
            <a:ext cx="1821000" cy="62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Clr>
                <a:srgbClr val="000000"/>
              </a:buClr>
              <a:buSzPts val="1100"/>
              <a:buFont typeface="Arial"/>
              <a:buNone/>
            </a:pPr>
            <a:r>
              <a:rPr lang="en" sz="1200">
                <a:solidFill>
                  <a:schemeClr val="dk2"/>
                </a:solidFill>
                <a:latin typeface="Mulish Medium"/>
                <a:ea typeface="Mulish Medium"/>
                <a:cs typeface="Mulish Medium"/>
                <a:sym typeface="Mulish Medium"/>
              </a:rPr>
              <a:t>The agent writes Python code to query the context.</a:t>
            </a:r>
            <a:endParaRPr sz="1200">
              <a:solidFill>
                <a:schemeClr val="dk2"/>
              </a:solidFill>
              <a:highlight>
                <a:srgbClr val="06467E"/>
              </a:highlight>
              <a:latin typeface="Mulish Medium"/>
              <a:ea typeface="Mulish Medium"/>
              <a:cs typeface="Mulish Medium"/>
              <a:sym typeface="Mulish Medium"/>
            </a:endParaRPr>
          </a:p>
        </p:txBody>
      </p:sp>
      <p:sp>
        <p:nvSpPr>
          <p:cNvPr id="1313" name="Google Shape;1313;p30"/>
          <p:cNvSpPr txBox="1"/>
          <p:nvPr/>
        </p:nvSpPr>
        <p:spPr>
          <a:xfrm>
            <a:off x="4920850" y="3447125"/>
            <a:ext cx="3772500" cy="9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chemeClr val="dk2"/>
                </a:solidFill>
                <a:latin typeface="Mulish Medium"/>
                <a:ea typeface="Mulish Medium"/>
                <a:cs typeface="Mulish Medium"/>
                <a:sym typeface="Mulish Medium"/>
              </a:rPr>
              <a:t>The long context lives in a Python variable, not in the prompt. The agent interacts with it through tool calls.</a:t>
            </a:r>
            <a:endParaRPr>
              <a:solidFill>
                <a:schemeClr val="dk2"/>
              </a:solidFill>
              <a:latin typeface="Mulish Medium"/>
              <a:ea typeface="Mulish Medium"/>
              <a:cs typeface="Mulish Medium"/>
              <a:sym typeface="Mulish Medium"/>
            </a:endParaRPr>
          </a:p>
        </p:txBody>
      </p:sp>
      <p:sp>
        <p:nvSpPr>
          <p:cNvPr id="1314" name="Google Shape;1314;p30"/>
          <p:cNvSpPr/>
          <p:nvPr/>
        </p:nvSpPr>
        <p:spPr>
          <a:xfrm>
            <a:off x="3575396" y="1975483"/>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0"/>
          <p:cNvSpPr/>
          <p:nvPr/>
        </p:nvSpPr>
        <p:spPr>
          <a:xfrm>
            <a:off x="4673571" y="1975483"/>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0"/>
          <p:cNvSpPr/>
          <p:nvPr/>
        </p:nvSpPr>
        <p:spPr>
          <a:xfrm>
            <a:off x="3575396" y="2927470"/>
            <a:ext cx="778200" cy="77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7" name="Google Shape;1317;p30"/>
          <p:cNvCxnSpPr>
            <a:stCxn id="1318" idx="3"/>
            <a:endCxn id="1314" idx="2"/>
          </p:cNvCxnSpPr>
          <p:nvPr/>
        </p:nvCxnSpPr>
        <p:spPr>
          <a:xfrm>
            <a:off x="2740196" y="2064283"/>
            <a:ext cx="835200" cy="3003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319" name="Google Shape;1319;p30"/>
          <p:cNvCxnSpPr>
            <a:stCxn id="1307" idx="1"/>
            <a:endCxn id="1315" idx="6"/>
          </p:cNvCxnSpPr>
          <p:nvPr/>
        </p:nvCxnSpPr>
        <p:spPr>
          <a:xfrm flipH="1">
            <a:off x="5451763" y="2036600"/>
            <a:ext cx="835200" cy="3279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320" name="Google Shape;1320;p30"/>
          <p:cNvCxnSpPr>
            <a:stCxn id="1306" idx="3"/>
            <a:endCxn id="1316" idx="2"/>
          </p:cNvCxnSpPr>
          <p:nvPr/>
        </p:nvCxnSpPr>
        <p:spPr>
          <a:xfrm flipH="1" rot="10800000">
            <a:off x="2740163" y="3316675"/>
            <a:ext cx="835200" cy="302100"/>
          </a:xfrm>
          <a:prstGeom prst="bentConnector3">
            <a:avLst>
              <a:gd fmla="val 50002" name="adj1"/>
            </a:avLst>
          </a:prstGeom>
          <a:noFill/>
          <a:ln cap="flat" cmpd="sng" w="9525">
            <a:solidFill>
              <a:schemeClr val="dk2"/>
            </a:solidFill>
            <a:prstDash val="solid"/>
            <a:round/>
            <a:headEnd len="med" w="med" type="none"/>
            <a:tailEnd len="med" w="med" type="none"/>
          </a:ln>
        </p:spPr>
      </p:cxnSp>
      <p:grpSp>
        <p:nvGrpSpPr>
          <p:cNvPr id="1321" name="Google Shape;1321;p30"/>
          <p:cNvGrpSpPr/>
          <p:nvPr/>
        </p:nvGrpSpPr>
        <p:grpSpPr>
          <a:xfrm>
            <a:off x="3852886" y="2161330"/>
            <a:ext cx="223247" cy="406492"/>
            <a:chOff x="6502431" y="3704937"/>
            <a:chExt cx="206213" cy="375477"/>
          </a:xfrm>
        </p:grpSpPr>
        <p:sp>
          <p:nvSpPr>
            <p:cNvPr id="1322" name="Google Shape;1322;p30"/>
            <p:cNvSpPr/>
            <p:nvPr/>
          </p:nvSpPr>
          <p:spPr>
            <a:xfrm>
              <a:off x="6502431" y="3704937"/>
              <a:ext cx="206213" cy="375477"/>
            </a:xfrm>
            <a:custGeom>
              <a:rect b="b" l="l" r="r" t="t"/>
              <a:pathLst>
                <a:path extrusionOk="0" h="10670" w="5860">
                  <a:moveTo>
                    <a:pt x="3549" y="358"/>
                  </a:moveTo>
                  <a:lnTo>
                    <a:pt x="3478" y="549"/>
                  </a:lnTo>
                  <a:lnTo>
                    <a:pt x="2359" y="549"/>
                  </a:lnTo>
                  <a:lnTo>
                    <a:pt x="2287" y="358"/>
                  </a:lnTo>
                  <a:close/>
                  <a:moveTo>
                    <a:pt x="5192" y="334"/>
                  </a:moveTo>
                  <a:cubicBezTo>
                    <a:pt x="5335" y="334"/>
                    <a:pt x="5454" y="453"/>
                    <a:pt x="5454" y="596"/>
                  </a:cubicBezTo>
                  <a:lnTo>
                    <a:pt x="5454" y="10098"/>
                  </a:lnTo>
                  <a:lnTo>
                    <a:pt x="5502" y="10098"/>
                  </a:lnTo>
                  <a:cubicBezTo>
                    <a:pt x="5502" y="10241"/>
                    <a:pt x="5383" y="10360"/>
                    <a:pt x="5240" y="10360"/>
                  </a:cubicBezTo>
                  <a:lnTo>
                    <a:pt x="596" y="10360"/>
                  </a:lnTo>
                  <a:cubicBezTo>
                    <a:pt x="453" y="10360"/>
                    <a:pt x="334" y="10241"/>
                    <a:pt x="334" y="10098"/>
                  </a:cubicBezTo>
                  <a:lnTo>
                    <a:pt x="334" y="596"/>
                  </a:lnTo>
                  <a:cubicBezTo>
                    <a:pt x="334" y="453"/>
                    <a:pt x="453" y="334"/>
                    <a:pt x="596" y="334"/>
                  </a:cubicBezTo>
                  <a:lnTo>
                    <a:pt x="1930" y="334"/>
                  </a:lnTo>
                  <a:lnTo>
                    <a:pt x="2049" y="715"/>
                  </a:lnTo>
                  <a:cubicBezTo>
                    <a:pt x="2097" y="787"/>
                    <a:pt x="2144" y="834"/>
                    <a:pt x="2216" y="834"/>
                  </a:cubicBezTo>
                  <a:lnTo>
                    <a:pt x="3573" y="834"/>
                  </a:lnTo>
                  <a:cubicBezTo>
                    <a:pt x="3644" y="834"/>
                    <a:pt x="3716" y="787"/>
                    <a:pt x="3716" y="715"/>
                  </a:cubicBezTo>
                  <a:lnTo>
                    <a:pt x="3835" y="334"/>
                  </a:lnTo>
                  <a:close/>
                  <a:moveTo>
                    <a:pt x="596" y="1"/>
                  </a:moveTo>
                  <a:cubicBezTo>
                    <a:pt x="263" y="1"/>
                    <a:pt x="1" y="263"/>
                    <a:pt x="1" y="596"/>
                  </a:cubicBezTo>
                  <a:lnTo>
                    <a:pt x="1" y="10074"/>
                  </a:lnTo>
                  <a:cubicBezTo>
                    <a:pt x="1" y="10384"/>
                    <a:pt x="263" y="10670"/>
                    <a:pt x="596" y="10670"/>
                  </a:cubicBezTo>
                  <a:lnTo>
                    <a:pt x="5240" y="10670"/>
                  </a:lnTo>
                  <a:cubicBezTo>
                    <a:pt x="5573" y="10670"/>
                    <a:pt x="5835" y="10384"/>
                    <a:pt x="5835" y="10074"/>
                  </a:cubicBezTo>
                  <a:lnTo>
                    <a:pt x="5835" y="596"/>
                  </a:lnTo>
                  <a:cubicBezTo>
                    <a:pt x="5859" y="263"/>
                    <a:pt x="5597" y="1"/>
                    <a:pt x="52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23" name="Google Shape;1323;p30"/>
            <p:cNvSpPr/>
            <p:nvPr/>
          </p:nvSpPr>
          <p:spPr>
            <a:xfrm>
              <a:off x="6581221" y="4051065"/>
              <a:ext cx="49477" cy="12598"/>
            </a:xfrm>
            <a:custGeom>
              <a:rect b="b" l="l" r="r" t="t"/>
              <a:pathLst>
                <a:path extrusionOk="0" h="358" w="1406">
                  <a:moveTo>
                    <a:pt x="167" y="0"/>
                  </a:moveTo>
                  <a:cubicBezTo>
                    <a:pt x="96" y="0"/>
                    <a:pt x="0" y="72"/>
                    <a:pt x="0" y="167"/>
                  </a:cubicBezTo>
                  <a:cubicBezTo>
                    <a:pt x="0" y="262"/>
                    <a:pt x="96" y="357"/>
                    <a:pt x="167" y="357"/>
                  </a:cubicBezTo>
                  <a:lnTo>
                    <a:pt x="1215" y="357"/>
                  </a:lnTo>
                  <a:cubicBezTo>
                    <a:pt x="1310" y="357"/>
                    <a:pt x="1405" y="262"/>
                    <a:pt x="1405" y="167"/>
                  </a:cubicBezTo>
                  <a:cubicBezTo>
                    <a:pt x="1405" y="72"/>
                    <a:pt x="1310" y="0"/>
                    <a:pt x="12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24" name="Google Shape;1324;p30"/>
            <p:cNvSpPr/>
            <p:nvPr/>
          </p:nvSpPr>
          <p:spPr>
            <a:xfrm>
              <a:off x="6551873" y="3783727"/>
              <a:ext cx="109828" cy="194460"/>
            </a:xfrm>
            <a:custGeom>
              <a:rect b="b" l="l" r="r" t="t"/>
              <a:pathLst>
                <a:path extrusionOk="0" h="5526" w="3121">
                  <a:moveTo>
                    <a:pt x="2049" y="358"/>
                  </a:moveTo>
                  <a:lnTo>
                    <a:pt x="2049" y="715"/>
                  </a:lnTo>
                  <a:lnTo>
                    <a:pt x="1001" y="715"/>
                  </a:lnTo>
                  <a:lnTo>
                    <a:pt x="1001" y="358"/>
                  </a:lnTo>
                  <a:close/>
                  <a:moveTo>
                    <a:pt x="2740" y="1048"/>
                  </a:moveTo>
                  <a:lnTo>
                    <a:pt x="2740" y="5168"/>
                  </a:lnTo>
                  <a:lnTo>
                    <a:pt x="334" y="5168"/>
                  </a:lnTo>
                  <a:lnTo>
                    <a:pt x="334" y="1048"/>
                  </a:lnTo>
                  <a:close/>
                  <a:moveTo>
                    <a:pt x="858" y="0"/>
                  </a:moveTo>
                  <a:cubicBezTo>
                    <a:pt x="763" y="0"/>
                    <a:pt x="668" y="96"/>
                    <a:pt x="668" y="167"/>
                  </a:cubicBezTo>
                  <a:lnTo>
                    <a:pt x="668" y="691"/>
                  </a:lnTo>
                  <a:lnTo>
                    <a:pt x="168" y="691"/>
                  </a:lnTo>
                  <a:cubicBezTo>
                    <a:pt x="72" y="691"/>
                    <a:pt x="1" y="763"/>
                    <a:pt x="1" y="858"/>
                  </a:cubicBezTo>
                  <a:lnTo>
                    <a:pt x="1" y="5359"/>
                  </a:lnTo>
                  <a:cubicBezTo>
                    <a:pt x="1" y="5454"/>
                    <a:pt x="72" y="5525"/>
                    <a:pt x="168" y="5525"/>
                  </a:cubicBezTo>
                  <a:lnTo>
                    <a:pt x="2930" y="5525"/>
                  </a:lnTo>
                  <a:cubicBezTo>
                    <a:pt x="3025" y="5525"/>
                    <a:pt x="3121" y="5454"/>
                    <a:pt x="3121" y="5359"/>
                  </a:cubicBezTo>
                  <a:lnTo>
                    <a:pt x="3121" y="858"/>
                  </a:lnTo>
                  <a:cubicBezTo>
                    <a:pt x="3097" y="763"/>
                    <a:pt x="3002" y="691"/>
                    <a:pt x="2906" y="691"/>
                  </a:cubicBezTo>
                  <a:lnTo>
                    <a:pt x="2406" y="691"/>
                  </a:lnTo>
                  <a:lnTo>
                    <a:pt x="2406" y="167"/>
                  </a:lnTo>
                  <a:cubicBezTo>
                    <a:pt x="2406" y="96"/>
                    <a:pt x="2311" y="0"/>
                    <a:pt x="22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25" name="Google Shape;1325;p30"/>
            <p:cNvSpPr/>
            <p:nvPr/>
          </p:nvSpPr>
          <p:spPr>
            <a:xfrm>
              <a:off x="6568658" y="3875080"/>
              <a:ext cx="72949" cy="36070"/>
            </a:xfrm>
            <a:custGeom>
              <a:rect b="b" l="l" r="r" t="t"/>
              <a:pathLst>
                <a:path extrusionOk="0" h="1025" w="2073">
                  <a:moveTo>
                    <a:pt x="1762" y="310"/>
                  </a:moveTo>
                  <a:lnTo>
                    <a:pt x="1762" y="667"/>
                  </a:lnTo>
                  <a:lnTo>
                    <a:pt x="381" y="667"/>
                  </a:lnTo>
                  <a:lnTo>
                    <a:pt x="381" y="310"/>
                  </a:lnTo>
                  <a:close/>
                  <a:moveTo>
                    <a:pt x="167" y="0"/>
                  </a:moveTo>
                  <a:cubicBezTo>
                    <a:pt x="95" y="0"/>
                    <a:pt x="0" y="72"/>
                    <a:pt x="0" y="167"/>
                  </a:cubicBezTo>
                  <a:lnTo>
                    <a:pt x="0" y="858"/>
                  </a:lnTo>
                  <a:cubicBezTo>
                    <a:pt x="0" y="953"/>
                    <a:pt x="95" y="1024"/>
                    <a:pt x="167" y="1024"/>
                  </a:cubicBezTo>
                  <a:lnTo>
                    <a:pt x="1905" y="1024"/>
                  </a:lnTo>
                  <a:cubicBezTo>
                    <a:pt x="2001" y="1024"/>
                    <a:pt x="2072" y="953"/>
                    <a:pt x="2072" y="858"/>
                  </a:cubicBezTo>
                  <a:lnTo>
                    <a:pt x="2072" y="167"/>
                  </a:lnTo>
                  <a:cubicBezTo>
                    <a:pt x="2072" y="72"/>
                    <a:pt x="2024" y="0"/>
                    <a:pt x="1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26" name="Google Shape;1326;p30"/>
            <p:cNvSpPr/>
            <p:nvPr/>
          </p:nvSpPr>
          <p:spPr>
            <a:xfrm>
              <a:off x="6569503" y="3831480"/>
              <a:ext cx="73758" cy="36914"/>
            </a:xfrm>
            <a:custGeom>
              <a:rect b="b" l="l" r="r" t="t"/>
              <a:pathLst>
                <a:path extrusionOk="0" h="1049" w="2096">
                  <a:moveTo>
                    <a:pt x="1691" y="358"/>
                  </a:moveTo>
                  <a:lnTo>
                    <a:pt x="1691" y="715"/>
                  </a:lnTo>
                  <a:lnTo>
                    <a:pt x="333" y="715"/>
                  </a:lnTo>
                  <a:lnTo>
                    <a:pt x="333" y="358"/>
                  </a:lnTo>
                  <a:close/>
                  <a:moveTo>
                    <a:pt x="191" y="1"/>
                  </a:moveTo>
                  <a:cubicBezTo>
                    <a:pt x="71" y="49"/>
                    <a:pt x="0" y="96"/>
                    <a:pt x="0" y="191"/>
                  </a:cubicBezTo>
                  <a:lnTo>
                    <a:pt x="0" y="882"/>
                  </a:lnTo>
                  <a:cubicBezTo>
                    <a:pt x="0" y="953"/>
                    <a:pt x="95" y="1049"/>
                    <a:pt x="191" y="1049"/>
                  </a:cubicBezTo>
                  <a:lnTo>
                    <a:pt x="1905" y="1049"/>
                  </a:lnTo>
                  <a:cubicBezTo>
                    <a:pt x="2000" y="1049"/>
                    <a:pt x="2096" y="953"/>
                    <a:pt x="2096" y="882"/>
                  </a:cubicBezTo>
                  <a:lnTo>
                    <a:pt x="2096" y="191"/>
                  </a:lnTo>
                  <a:cubicBezTo>
                    <a:pt x="2096" y="96"/>
                    <a:pt x="2000" y="1"/>
                    <a:pt x="19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27" name="Google Shape;1327;p30"/>
            <p:cNvSpPr/>
            <p:nvPr/>
          </p:nvSpPr>
          <p:spPr>
            <a:xfrm>
              <a:off x="6568658" y="3917801"/>
              <a:ext cx="72949" cy="36914"/>
            </a:xfrm>
            <a:custGeom>
              <a:rect b="b" l="l" r="r" t="t"/>
              <a:pathLst>
                <a:path extrusionOk="0" h="1049" w="2073">
                  <a:moveTo>
                    <a:pt x="1762" y="334"/>
                  </a:moveTo>
                  <a:lnTo>
                    <a:pt x="1762" y="691"/>
                  </a:lnTo>
                  <a:lnTo>
                    <a:pt x="381" y="691"/>
                  </a:lnTo>
                  <a:lnTo>
                    <a:pt x="381" y="334"/>
                  </a:lnTo>
                  <a:close/>
                  <a:moveTo>
                    <a:pt x="167" y="1"/>
                  </a:moveTo>
                  <a:cubicBezTo>
                    <a:pt x="95" y="1"/>
                    <a:pt x="0" y="96"/>
                    <a:pt x="0" y="167"/>
                  </a:cubicBezTo>
                  <a:lnTo>
                    <a:pt x="0" y="858"/>
                  </a:lnTo>
                  <a:cubicBezTo>
                    <a:pt x="0" y="953"/>
                    <a:pt x="95" y="1049"/>
                    <a:pt x="167" y="1049"/>
                  </a:cubicBezTo>
                  <a:lnTo>
                    <a:pt x="1905" y="1049"/>
                  </a:lnTo>
                  <a:cubicBezTo>
                    <a:pt x="2001" y="1049"/>
                    <a:pt x="2072" y="953"/>
                    <a:pt x="2072" y="858"/>
                  </a:cubicBezTo>
                  <a:lnTo>
                    <a:pt x="2072" y="167"/>
                  </a:lnTo>
                  <a:cubicBezTo>
                    <a:pt x="2072" y="48"/>
                    <a:pt x="2024" y="1"/>
                    <a:pt x="19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grpSp>
        <p:nvGrpSpPr>
          <p:cNvPr id="1328" name="Google Shape;1328;p30"/>
          <p:cNvGrpSpPr/>
          <p:nvPr/>
        </p:nvGrpSpPr>
        <p:grpSpPr>
          <a:xfrm>
            <a:off x="3758551" y="3145991"/>
            <a:ext cx="406492" cy="341156"/>
            <a:chOff x="5612441" y="2531702"/>
            <a:chExt cx="375477" cy="315126"/>
          </a:xfrm>
        </p:grpSpPr>
        <p:sp>
          <p:nvSpPr>
            <p:cNvPr id="1329" name="Google Shape;1329;p30"/>
            <p:cNvSpPr/>
            <p:nvPr/>
          </p:nvSpPr>
          <p:spPr>
            <a:xfrm>
              <a:off x="5842900" y="2737880"/>
              <a:ext cx="12633" cy="12598"/>
            </a:xfrm>
            <a:custGeom>
              <a:rect b="b" l="l" r="r" t="t"/>
              <a:pathLst>
                <a:path extrusionOk="0" h="358" w="359">
                  <a:moveTo>
                    <a:pt x="168" y="0"/>
                  </a:moveTo>
                  <a:cubicBezTo>
                    <a:pt x="72" y="0"/>
                    <a:pt x="1" y="95"/>
                    <a:pt x="1" y="191"/>
                  </a:cubicBezTo>
                  <a:cubicBezTo>
                    <a:pt x="1" y="286"/>
                    <a:pt x="72" y="357"/>
                    <a:pt x="168" y="357"/>
                  </a:cubicBezTo>
                  <a:cubicBezTo>
                    <a:pt x="263" y="357"/>
                    <a:pt x="358" y="286"/>
                    <a:pt x="358" y="191"/>
                  </a:cubicBezTo>
                  <a:cubicBezTo>
                    <a:pt x="358" y="72"/>
                    <a:pt x="263" y="0"/>
                    <a:pt x="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0" name="Google Shape;1330;p30"/>
            <p:cNvSpPr/>
            <p:nvPr/>
          </p:nvSpPr>
          <p:spPr>
            <a:xfrm>
              <a:off x="5878125" y="2737880"/>
              <a:ext cx="12598" cy="12598"/>
            </a:xfrm>
            <a:custGeom>
              <a:rect b="b" l="l" r="r" t="t"/>
              <a:pathLst>
                <a:path extrusionOk="0" h="358" w="358">
                  <a:moveTo>
                    <a:pt x="191" y="0"/>
                  </a:moveTo>
                  <a:cubicBezTo>
                    <a:pt x="95" y="0"/>
                    <a:pt x="0" y="95"/>
                    <a:pt x="0" y="191"/>
                  </a:cubicBezTo>
                  <a:cubicBezTo>
                    <a:pt x="0" y="286"/>
                    <a:pt x="95" y="357"/>
                    <a:pt x="191" y="357"/>
                  </a:cubicBezTo>
                  <a:cubicBezTo>
                    <a:pt x="262" y="357"/>
                    <a:pt x="357" y="286"/>
                    <a:pt x="357" y="191"/>
                  </a:cubicBezTo>
                  <a:cubicBezTo>
                    <a:pt x="357" y="72"/>
                    <a:pt x="310" y="0"/>
                    <a:pt x="1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1" name="Google Shape;1331;p30"/>
            <p:cNvSpPr/>
            <p:nvPr/>
          </p:nvSpPr>
          <p:spPr>
            <a:xfrm>
              <a:off x="5860495" y="2719441"/>
              <a:ext cx="12633" cy="12598"/>
            </a:xfrm>
            <a:custGeom>
              <a:rect b="b" l="l" r="r" t="t"/>
              <a:pathLst>
                <a:path extrusionOk="0" h="358" w="359">
                  <a:moveTo>
                    <a:pt x="168" y="0"/>
                  </a:moveTo>
                  <a:cubicBezTo>
                    <a:pt x="72" y="0"/>
                    <a:pt x="1" y="95"/>
                    <a:pt x="1" y="167"/>
                  </a:cubicBezTo>
                  <a:cubicBezTo>
                    <a:pt x="1" y="262"/>
                    <a:pt x="72" y="357"/>
                    <a:pt x="168" y="357"/>
                  </a:cubicBezTo>
                  <a:cubicBezTo>
                    <a:pt x="263" y="357"/>
                    <a:pt x="358" y="262"/>
                    <a:pt x="358" y="167"/>
                  </a:cubicBezTo>
                  <a:cubicBezTo>
                    <a:pt x="358" y="95"/>
                    <a:pt x="263" y="0"/>
                    <a:pt x="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2" name="Google Shape;1332;p30"/>
            <p:cNvSpPr/>
            <p:nvPr/>
          </p:nvSpPr>
          <p:spPr>
            <a:xfrm>
              <a:off x="5860495" y="2756320"/>
              <a:ext cx="12633" cy="12598"/>
            </a:xfrm>
            <a:custGeom>
              <a:rect b="b" l="l" r="r" t="t"/>
              <a:pathLst>
                <a:path extrusionOk="0" h="358" w="359">
                  <a:moveTo>
                    <a:pt x="168" y="0"/>
                  </a:moveTo>
                  <a:cubicBezTo>
                    <a:pt x="72" y="0"/>
                    <a:pt x="1" y="71"/>
                    <a:pt x="1" y="167"/>
                  </a:cubicBezTo>
                  <a:cubicBezTo>
                    <a:pt x="1" y="262"/>
                    <a:pt x="72" y="357"/>
                    <a:pt x="168" y="357"/>
                  </a:cubicBezTo>
                  <a:cubicBezTo>
                    <a:pt x="263" y="357"/>
                    <a:pt x="358" y="262"/>
                    <a:pt x="358" y="167"/>
                  </a:cubicBezTo>
                  <a:cubicBezTo>
                    <a:pt x="358" y="71"/>
                    <a:pt x="263" y="0"/>
                    <a:pt x="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3" name="Google Shape;1333;p30"/>
            <p:cNvSpPr/>
            <p:nvPr/>
          </p:nvSpPr>
          <p:spPr>
            <a:xfrm>
              <a:off x="5707137" y="2719441"/>
              <a:ext cx="50322" cy="50322"/>
            </a:xfrm>
            <a:custGeom>
              <a:rect b="b" l="l" r="r" t="t"/>
              <a:pathLst>
                <a:path extrusionOk="0" h="1430" w="1430">
                  <a:moveTo>
                    <a:pt x="715" y="0"/>
                  </a:moveTo>
                  <a:cubicBezTo>
                    <a:pt x="620" y="0"/>
                    <a:pt x="549" y="95"/>
                    <a:pt x="549" y="167"/>
                  </a:cubicBezTo>
                  <a:lnTo>
                    <a:pt x="549" y="524"/>
                  </a:lnTo>
                  <a:lnTo>
                    <a:pt x="191" y="524"/>
                  </a:lnTo>
                  <a:cubicBezTo>
                    <a:pt x="96" y="524"/>
                    <a:pt x="1" y="619"/>
                    <a:pt x="1" y="715"/>
                  </a:cubicBezTo>
                  <a:cubicBezTo>
                    <a:pt x="1" y="810"/>
                    <a:pt x="96" y="881"/>
                    <a:pt x="191" y="881"/>
                  </a:cubicBezTo>
                  <a:lnTo>
                    <a:pt x="549" y="881"/>
                  </a:lnTo>
                  <a:lnTo>
                    <a:pt x="549" y="1239"/>
                  </a:lnTo>
                  <a:cubicBezTo>
                    <a:pt x="549" y="1334"/>
                    <a:pt x="620" y="1429"/>
                    <a:pt x="715" y="1429"/>
                  </a:cubicBezTo>
                  <a:cubicBezTo>
                    <a:pt x="811" y="1429"/>
                    <a:pt x="906" y="1334"/>
                    <a:pt x="906" y="1239"/>
                  </a:cubicBezTo>
                  <a:lnTo>
                    <a:pt x="906" y="881"/>
                  </a:lnTo>
                  <a:lnTo>
                    <a:pt x="1263" y="881"/>
                  </a:lnTo>
                  <a:cubicBezTo>
                    <a:pt x="1335" y="881"/>
                    <a:pt x="1430" y="810"/>
                    <a:pt x="1430" y="715"/>
                  </a:cubicBezTo>
                  <a:cubicBezTo>
                    <a:pt x="1430" y="596"/>
                    <a:pt x="1358" y="524"/>
                    <a:pt x="1263" y="524"/>
                  </a:cubicBezTo>
                  <a:lnTo>
                    <a:pt x="906" y="524"/>
                  </a:lnTo>
                  <a:lnTo>
                    <a:pt x="906" y="167"/>
                  </a:lnTo>
                  <a:cubicBezTo>
                    <a:pt x="906" y="95"/>
                    <a:pt x="811" y="0"/>
                    <a:pt x="7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4" name="Google Shape;1334;p30"/>
            <p:cNvSpPr/>
            <p:nvPr/>
          </p:nvSpPr>
          <p:spPr>
            <a:xfrm>
              <a:off x="5775018" y="2756320"/>
              <a:ext cx="19319" cy="12598"/>
            </a:xfrm>
            <a:custGeom>
              <a:rect b="b" l="l" r="r" t="t"/>
              <a:pathLst>
                <a:path extrusionOk="0" h="358" w="549">
                  <a:moveTo>
                    <a:pt x="191" y="0"/>
                  </a:moveTo>
                  <a:cubicBezTo>
                    <a:pt x="96" y="0"/>
                    <a:pt x="1" y="71"/>
                    <a:pt x="1" y="167"/>
                  </a:cubicBezTo>
                  <a:cubicBezTo>
                    <a:pt x="1" y="262"/>
                    <a:pt x="96" y="357"/>
                    <a:pt x="191" y="357"/>
                  </a:cubicBezTo>
                  <a:lnTo>
                    <a:pt x="358" y="357"/>
                  </a:lnTo>
                  <a:cubicBezTo>
                    <a:pt x="453" y="357"/>
                    <a:pt x="549" y="262"/>
                    <a:pt x="549" y="167"/>
                  </a:cubicBezTo>
                  <a:cubicBezTo>
                    <a:pt x="549" y="71"/>
                    <a:pt x="453" y="0"/>
                    <a:pt x="3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5" name="Google Shape;1335;p30"/>
            <p:cNvSpPr/>
            <p:nvPr/>
          </p:nvSpPr>
          <p:spPr>
            <a:xfrm>
              <a:off x="5806056" y="2756320"/>
              <a:ext cx="18440" cy="12598"/>
            </a:xfrm>
            <a:custGeom>
              <a:rect b="b" l="l" r="r" t="t"/>
              <a:pathLst>
                <a:path extrusionOk="0" h="358" w="524">
                  <a:moveTo>
                    <a:pt x="167" y="0"/>
                  </a:moveTo>
                  <a:cubicBezTo>
                    <a:pt x="95" y="0"/>
                    <a:pt x="0" y="71"/>
                    <a:pt x="0" y="167"/>
                  </a:cubicBezTo>
                  <a:cubicBezTo>
                    <a:pt x="0" y="262"/>
                    <a:pt x="71" y="357"/>
                    <a:pt x="167" y="357"/>
                  </a:cubicBezTo>
                  <a:lnTo>
                    <a:pt x="357" y="357"/>
                  </a:lnTo>
                  <a:cubicBezTo>
                    <a:pt x="453" y="357"/>
                    <a:pt x="524" y="262"/>
                    <a:pt x="524" y="167"/>
                  </a:cubicBezTo>
                  <a:cubicBezTo>
                    <a:pt x="524" y="71"/>
                    <a:pt x="453" y="0"/>
                    <a:pt x="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6" name="Google Shape;1336;p30"/>
            <p:cNvSpPr/>
            <p:nvPr/>
          </p:nvSpPr>
          <p:spPr>
            <a:xfrm>
              <a:off x="5612441" y="2531702"/>
              <a:ext cx="375477" cy="315126"/>
            </a:xfrm>
            <a:custGeom>
              <a:rect b="b" l="l" r="r" t="t"/>
              <a:pathLst>
                <a:path extrusionOk="0" h="8955" w="10670">
                  <a:moveTo>
                    <a:pt x="358" y="2335"/>
                  </a:moveTo>
                  <a:lnTo>
                    <a:pt x="525" y="2382"/>
                  </a:lnTo>
                  <a:lnTo>
                    <a:pt x="525" y="3525"/>
                  </a:lnTo>
                  <a:lnTo>
                    <a:pt x="358" y="3573"/>
                  </a:lnTo>
                  <a:lnTo>
                    <a:pt x="358" y="2335"/>
                  </a:lnTo>
                  <a:close/>
                  <a:moveTo>
                    <a:pt x="5978" y="4311"/>
                  </a:moveTo>
                  <a:lnTo>
                    <a:pt x="5883" y="4668"/>
                  </a:lnTo>
                  <a:lnTo>
                    <a:pt x="4788" y="4668"/>
                  </a:lnTo>
                  <a:lnTo>
                    <a:pt x="4692" y="4311"/>
                  </a:lnTo>
                  <a:close/>
                  <a:moveTo>
                    <a:pt x="10051" y="334"/>
                  </a:moveTo>
                  <a:cubicBezTo>
                    <a:pt x="10193" y="334"/>
                    <a:pt x="10313" y="453"/>
                    <a:pt x="10313" y="596"/>
                  </a:cubicBezTo>
                  <a:lnTo>
                    <a:pt x="10313" y="5264"/>
                  </a:lnTo>
                  <a:cubicBezTo>
                    <a:pt x="10313" y="5430"/>
                    <a:pt x="10193" y="5550"/>
                    <a:pt x="10051" y="5550"/>
                  </a:cubicBezTo>
                  <a:lnTo>
                    <a:pt x="8622" y="5550"/>
                  </a:lnTo>
                  <a:lnTo>
                    <a:pt x="8622" y="4502"/>
                  </a:lnTo>
                  <a:cubicBezTo>
                    <a:pt x="8622" y="4430"/>
                    <a:pt x="8598" y="4406"/>
                    <a:pt x="8550" y="4383"/>
                  </a:cubicBezTo>
                  <a:lnTo>
                    <a:pt x="8193" y="4025"/>
                  </a:lnTo>
                  <a:cubicBezTo>
                    <a:pt x="8169" y="4002"/>
                    <a:pt x="8122" y="3954"/>
                    <a:pt x="8074" y="3954"/>
                  </a:cubicBezTo>
                  <a:lnTo>
                    <a:pt x="5502" y="3954"/>
                  </a:lnTo>
                  <a:lnTo>
                    <a:pt x="5502" y="3097"/>
                  </a:lnTo>
                  <a:cubicBezTo>
                    <a:pt x="5502" y="3001"/>
                    <a:pt x="5407" y="2930"/>
                    <a:pt x="5312" y="2930"/>
                  </a:cubicBezTo>
                  <a:cubicBezTo>
                    <a:pt x="5216" y="2930"/>
                    <a:pt x="5145" y="3001"/>
                    <a:pt x="5145" y="3097"/>
                  </a:cubicBezTo>
                  <a:lnTo>
                    <a:pt x="5145" y="3954"/>
                  </a:lnTo>
                  <a:lnTo>
                    <a:pt x="2549" y="3954"/>
                  </a:lnTo>
                  <a:cubicBezTo>
                    <a:pt x="2478" y="3954"/>
                    <a:pt x="2454" y="4002"/>
                    <a:pt x="2430" y="4025"/>
                  </a:cubicBezTo>
                  <a:lnTo>
                    <a:pt x="2073" y="4383"/>
                  </a:lnTo>
                  <a:cubicBezTo>
                    <a:pt x="2049" y="4406"/>
                    <a:pt x="2001" y="4478"/>
                    <a:pt x="2001" y="4502"/>
                  </a:cubicBezTo>
                  <a:lnTo>
                    <a:pt x="2001" y="5550"/>
                  </a:lnTo>
                  <a:lnTo>
                    <a:pt x="596" y="5550"/>
                  </a:lnTo>
                  <a:cubicBezTo>
                    <a:pt x="430" y="5550"/>
                    <a:pt x="310" y="5430"/>
                    <a:pt x="310" y="5264"/>
                  </a:cubicBezTo>
                  <a:lnTo>
                    <a:pt x="310" y="3930"/>
                  </a:lnTo>
                  <a:lnTo>
                    <a:pt x="715" y="3811"/>
                  </a:lnTo>
                  <a:cubicBezTo>
                    <a:pt x="763" y="3787"/>
                    <a:pt x="811" y="3716"/>
                    <a:pt x="811" y="3668"/>
                  </a:cubicBezTo>
                  <a:lnTo>
                    <a:pt x="811" y="2287"/>
                  </a:lnTo>
                  <a:cubicBezTo>
                    <a:pt x="811" y="2239"/>
                    <a:pt x="763" y="2144"/>
                    <a:pt x="715" y="2144"/>
                  </a:cubicBezTo>
                  <a:lnTo>
                    <a:pt x="310" y="2025"/>
                  </a:lnTo>
                  <a:lnTo>
                    <a:pt x="310" y="596"/>
                  </a:lnTo>
                  <a:cubicBezTo>
                    <a:pt x="310" y="453"/>
                    <a:pt x="430" y="334"/>
                    <a:pt x="596" y="334"/>
                  </a:cubicBezTo>
                  <a:close/>
                  <a:moveTo>
                    <a:pt x="8122" y="4335"/>
                  </a:moveTo>
                  <a:lnTo>
                    <a:pt x="8360" y="4573"/>
                  </a:lnTo>
                  <a:lnTo>
                    <a:pt x="8360" y="7931"/>
                  </a:lnTo>
                  <a:lnTo>
                    <a:pt x="7907" y="7931"/>
                  </a:lnTo>
                  <a:cubicBezTo>
                    <a:pt x="7812" y="7931"/>
                    <a:pt x="7717" y="8002"/>
                    <a:pt x="7717" y="8098"/>
                  </a:cubicBezTo>
                  <a:cubicBezTo>
                    <a:pt x="7717" y="8193"/>
                    <a:pt x="7812" y="8288"/>
                    <a:pt x="7907" y="8288"/>
                  </a:cubicBezTo>
                  <a:lnTo>
                    <a:pt x="8265" y="8288"/>
                  </a:lnTo>
                  <a:lnTo>
                    <a:pt x="8265" y="8360"/>
                  </a:lnTo>
                  <a:lnTo>
                    <a:pt x="8026" y="8645"/>
                  </a:lnTo>
                  <a:lnTo>
                    <a:pt x="7193" y="8645"/>
                  </a:lnTo>
                  <a:lnTo>
                    <a:pt x="6693" y="7217"/>
                  </a:lnTo>
                  <a:cubicBezTo>
                    <a:pt x="6669" y="7145"/>
                    <a:pt x="6597" y="7097"/>
                    <a:pt x="6550" y="7097"/>
                  </a:cubicBezTo>
                  <a:lnTo>
                    <a:pt x="4168" y="7097"/>
                  </a:lnTo>
                  <a:cubicBezTo>
                    <a:pt x="4097" y="7097"/>
                    <a:pt x="4002" y="7145"/>
                    <a:pt x="4002" y="7217"/>
                  </a:cubicBezTo>
                  <a:lnTo>
                    <a:pt x="3525" y="8645"/>
                  </a:lnTo>
                  <a:lnTo>
                    <a:pt x="2692" y="8645"/>
                  </a:lnTo>
                  <a:lnTo>
                    <a:pt x="2454" y="8407"/>
                  </a:lnTo>
                  <a:lnTo>
                    <a:pt x="2454" y="8312"/>
                  </a:lnTo>
                  <a:lnTo>
                    <a:pt x="2811" y="8312"/>
                  </a:lnTo>
                  <a:cubicBezTo>
                    <a:pt x="2906" y="8312"/>
                    <a:pt x="3002" y="8217"/>
                    <a:pt x="3002" y="8122"/>
                  </a:cubicBezTo>
                  <a:cubicBezTo>
                    <a:pt x="3002" y="8026"/>
                    <a:pt x="2906" y="7955"/>
                    <a:pt x="2811" y="7955"/>
                  </a:cubicBezTo>
                  <a:lnTo>
                    <a:pt x="2454" y="7955"/>
                  </a:lnTo>
                  <a:lnTo>
                    <a:pt x="2454" y="4573"/>
                  </a:lnTo>
                  <a:lnTo>
                    <a:pt x="2692" y="4335"/>
                  </a:lnTo>
                  <a:lnTo>
                    <a:pt x="4407" y="4335"/>
                  </a:lnTo>
                  <a:lnTo>
                    <a:pt x="4549" y="4907"/>
                  </a:lnTo>
                  <a:cubicBezTo>
                    <a:pt x="4573" y="5002"/>
                    <a:pt x="4645" y="5026"/>
                    <a:pt x="4716" y="5026"/>
                  </a:cubicBezTo>
                  <a:lnTo>
                    <a:pt x="6097" y="5026"/>
                  </a:lnTo>
                  <a:cubicBezTo>
                    <a:pt x="6193" y="5026"/>
                    <a:pt x="6240" y="4978"/>
                    <a:pt x="6264" y="4907"/>
                  </a:cubicBezTo>
                  <a:lnTo>
                    <a:pt x="6431" y="4335"/>
                  </a:lnTo>
                  <a:close/>
                  <a:moveTo>
                    <a:pt x="596" y="1"/>
                  </a:moveTo>
                  <a:cubicBezTo>
                    <a:pt x="263" y="1"/>
                    <a:pt x="1" y="263"/>
                    <a:pt x="1" y="596"/>
                  </a:cubicBezTo>
                  <a:lnTo>
                    <a:pt x="1" y="5240"/>
                  </a:lnTo>
                  <a:cubicBezTo>
                    <a:pt x="1" y="5573"/>
                    <a:pt x="263" y="5835"/>
                    <a:pt x="596" y="5835"/>
                  </a:cubicBezTo>
                  <a:lnTo>
                    <a:pt x="2049" y="5835"/>
                  </a:lnTo>
                  <a:lnTo>
                    <a:pt x="2049" y="8431"/>
                  </a:lnTo>
                  <a:cubicBezTo>
                    <a:pt x="2049" y="8479"/>
                    <a:pt x="2073" y="8526"/>
                    <a:pt x="2097" y="8550"/>
                  </a:cubicBezTo>
                  <a:lnTo>
                    <a:pt x="2454" y="8907"/>
                  </a:lnTo>
                  <a:cubicBezTo>
                    <a:pt x="2501" y="8931"/>
                    <a:pt x="2549" y="8955"/>
                    <a:pt x="2573" y="8955"/>
                  </a:cubicBezTo>
                  <a:lnTo>
                    <a:pt x="3621" y="8955"/>
                  </a:lnTo>
                  <a:cubicBezTo>
                    <a:pt x="3692" y="8955"/>
                    <a:pt x="3764" y="8907"/>
                    <a:pt x="3764" y="8836"/>
                  </a:cubicBezTo>
                  <a:lnTo>
                    <a:pt x="4240" y="7407"/>
                  </a:lnTo>
                  <a:lnTo>
                    <a:pt x="6383" y="7407"/>
                  </a:lnTo>
                  <a:lnTo>
                    <a:pt x="6907" y="8836"/>
                  </a:lnTo>
                  <a:cubicBezTo>
                    <a:pt x="6931" y="8907"/>
                    <a:pt x="6979" y="8955"/>
                    <a:pt x="7050" y="8955"/>
                  </a:cubicBezTo>
                  <a:lnTo>
                    <a:pt x="8098" y="8955"/>
                  </a:lnTo>
                  <a:cubicBezTo>
                    <a:pt x="8145" y="8955"/>
                    <a:pt x="8169" y="8931"/>
                    <a:pt x="8217" y="8907"/>
                  </a:cubicBezTo>
                  <a:lnTo>
                    <a:pt x="8574" y="8550"/>
                  </a:lnTo>
                  <a:cubicBezTo>
                    <a:pt x="8598" y="8526"/>
                    <a:pt x="8622" y="8455"/>
                    <a:pt x="8622" y="8431"/>
                  </a:cubicBezTo>
                  <a:lnTo>
                    <a:pt x="8622" y="5835"/>
                  </a:lnTo>
                  <a:lnTo>
                    <a:pt x="10074" y="5835"/>
                  </a:lnTo>
                  <a:cubicBezTo>
                    <a:pt x="10408" y="5835"/>
                    <a:pt x="10670" y="5573"/>
                    <a:pt x="10670" y="5240"/>
                  </a:cubicBezTo>
                  <a:lnTo>
                    <a:pt x="10670" y="596"/>
                  </a:lnTo>
                  <a:cubicBezTo>
                    <a:pt x="10670" y="263"/>
                    <a:pt x="10408" y="1"/>
                    <a:pt x="100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37" name="Google Shape;1337;p30"/>
            <p:cNvSpPr/>
            <p:nvPr/>
          </p:nvSpPr>
          <p:spPr>
            <a:xfrm>
              <a:off x="5957725" y="2610492"/>
              <a:ext cx="12598" cy="49477"/>
            </a:xfrm>
            <a:custGeom>
              <a:rect b="b" l="l" r="r" t="t"/>
              <a:pathLst>
                <a:path extrusionOk="0" h="1406" w="358">
                  <a:moveTo>
                    <a:pt x="191" y="0"/>
                  </a:moveTo>
                  <a:cubicBezTo>
                    <a:pt x="96" y="0"/>
                    <a:pt x="0" y="96"/>
                    <a:pt x="0" y="167"/>
                  </a:cubicBezTo>
                  <a:lnTo>
                    <a:pt x="0" y="1215"/>
                  </a:lnTo>
                  <a:cubicBezTo>
                    <a:pt x="0" y="1310"/>
                    <a:pt x="96" y="1405"/>
                    <a:pt x="191" y="1405"/>
                  </a:cubicBezTo>
                  <a:cubicBezTo>
                    <a:pt x="262" y="1405"/>
                    <a:pt x="358" y="1310"/>
                    <a:pt x="358" y="1215"/>
                  </a:cubicBezTo>
                  <a:lnTo>
                    <a:pt x="358" y="167"/>
                  </a:lnTo>
                  <a:cubicBezTo>
                    <a:pt x="358" y="96"/>
                    <a:pt x="262" y="0"/>
                    <a:pt x="1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grpSp>
        <p:nvGrpSpPr>
          <p:cNvPr id="1338" name="Google Shape;1338;p30"/>
          <p:cNvGrpSpPr/>
          <p:nvPr/>
        </p:nvGrpSpPr>
        <p:grpSpPr>
          <a:xfrm>
            <a:off x="4859417" y="2161318"/>
            <a:ext cx="406514" cy="406514"/>
            <a:chOff x="4796208" y="2500700"/>
            <a:chExt cx="374633" cy="374633"/>
          </a:xfrm>
        </p:grpSpPr>
        <p:sp>
          <p:nvSpPr>
            <p:cNvPr id="1339" name="Google Shape;1339;p30"/>
            <p:cNvSpPr/>
            <p:nvPr/>
          </p:nvSpPr>
          <p:spPr>
            <a:xfrm>
              <a:off x="4958786" y="2845984"/>
              <a:ext cx="48633" cy="12598"/>
            </a:xfrm>
            <a:custGeom>
              <a:rect b="b" l="l" r="r" t="t"/>
              <a:pathLst>
                <a:path extrusionOk="0" h="358" w="1382">
                  <a:moveTo>
                    <a:pt x="167" y="0"/>
                  </a:moveTo>
                  <a:cubicBezTo>
                    <a:pt x="72" y="0"/>
                    <a:pt x="1" y="95"/>
                    <a:pt x="1" y="191"/>
                  </a:cubicBezTo>
                  <a:cubicBezTo>
                    <a:pt x="1" y="262"/>
                    <a:pt x="72" y="357"/>
                    <a:pt x="167" y="357"/>
                  </a:cubicBezTo>
                  <a:lnTo>
                    <a:pt x="1215" y="357"/>
                  </a:lnTo>
                  <a:cubicBezTo>
                    <a:pt x="1310" y="357"/>
                    <a:pt x="1382" y="262"/>
                    <a:pt x="1382" y="191"/>
                  </a:cubicBezTo>
                  <a:cubicBezTo>
                    <a:pt x="1382" y="95"/>
                    <a:pt x="1310" y="0"/>
                    <a:pt x="12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340" name="Google Shape;1340;p30"/>
            <p:cNvSpPr/>
            <p:nvPr/>
          </p:nvSpPr>
          <p:spPr>
            <a:xfrm>
              <a:off x="4796208" y="2500700"/>
              <a:ext cx="374633" cy="374633"/>
            </a:xfrm>
            <a:custGeom>
              <a:rect b="b" l="l" r="r" t="t"/>
              <a:pathLst>
                <a:path extrusionOk="0" h="10646" w="10646">
                  <a:moveTo>
                    <a:pt x="5930" y="358"/>
                  </a:moveTo>
                  <a:lnTo>
                    <a:pt x="5859" y="525"/>
                  </a:lnTo>
                  <a:lnTo>
                    <a:pt x="4740" y="525"/>
                  </a:lnTo>
                  <a:lnTo>
                    <a:pt x="4668" y="358"/>
                  </a:lnTo>
                  <a:close/>
                  <a:moveTo>
                    <a:pt x="7550" y="310"/>
                  </a:moveTo>
                  <a:cubicBezTo>
                    <a:pt x="7716" y="310"/>
                    <a:pt x="7836" y="429"/>
                    <a:pt x="7836" y="596"/>
                  </a:cubicBezTo>
                  <a:lnTo>
                    <a:pt x="7836" y="5168"/>
                  </a:lnTo>
                  <a:lnTo>
                    <a:pt x="7478" y="5168"/>
                  </a:lnTo>
                  <a:cubicBezTo>
                    <a:pt x="7645" y="4668"/>
                    <a:pt x="7431" y="4097"/>
                    <a:pt x="7002" y="3787"/>
                  </a:cubicBezTo>
                  <a:cubicBezTo>
                    <a:pt x="6811" y="3667"/>
                    <a:pt x="6594" y="3605"/>
                    <a:pt x="6379" y="3605"/>
                  </a:cubicBezTo>
                  <a:cubicBezTo>
                    <a:pt x="6085" y="3605"/>
                    <a:pt x="5793" y="3720"/>
                    <a:pt x="5573" y="3954"/>
                  </a:cubicBezTo>
                  <a:lnTo>
                    <a:pt x="5287" y="4192"/>
                  </a:lnTo>
                  <a:lnTo>
                    <a:pt x="5025" y="3954"/>
                  </a:lnTo>
                  <a:cubicBezTo>
                    <a:pt x="4805" y="3720"/>
                    <a:pt x="4514" y="3605"/>
                    <a:pt x="4219" y="3605"/>
                  </a:cubicBezTo>
                  <a:cubicBezTo>
                    <a:pt x="4004" y="3605"/>
                    <a:pt x="3788" y="3667"/>
                    <a:pt x="3597" y="3787"/>
                  </a:cubicBezTo>
                  <a:cubicBezTo>
                    <a:pt x="3144" y="4097"/>
                    <a:pt x="2954" y="4668"/>
                    <a:pt x="3120" y="5168"/>
                  </a:cubicBezTo>
                  <a:lnTo>
                    <a:pt x="2715" y="5168"/>
                  </a:lnTo>
                  <a:lnTo>
                    <a:pt x="2715" y="596"/>
                  </a:lnTo>
                  <a:cubicBezTo>
                    <a:pt x="2715" y="429"/>
                    <a:pt x="2835" y="310"/>
                    <a:pt x="2977" y="310"/>
                  </a:cubicBezTo>
                  <a:lnTo>
                    <a:pt x="4311" y="310"/>
                  </a:lnTo>
                  <a:lnTo>
                    <a:pt x="4430" y="715"/>
                  </a:lnTo>
                  <a:cubicBezTo>
                    <a:pt x="4454" y="763"/>
                    <a:pt x="4525" y="834"/>
                    <a:pt x="4573" y="834"/>
                  </a:cubicBezTo>
                  <a:lnTo>
                    <a:pt x="5954" y="834"/>
                  </a:lnTo>
                  <a:cubicBezTo>
                    <a:pt x="6002" y="834"/>
                    <a:pt x="6097" y="763"/>
                    <a:pt x="6097" y="715"/>
                  </a:cubicBezTo>
                  <a:lnTo>
                    <a:pt x="6216" y="310"/>
                  </a:lnTo>
                  <a:close/>
                  <a:moveTo>
                    <a:pt x="6439" y="3937"/>
                  </a:moveTo>
                  <a:cubicBezTo>
                    <a:pt x="6610" y="3937"/>
                    <a:pt x="6782" y="3991"/>
                    <a:pt x="6931" y="4097"/>
                  </a:cubicBezTo>
                  <a:cubicBezTo>
                    <a:pt x="7264" y="4335"/>
                    <a:pt x="7335" y="4787"/>
                    <a:pt x="7169" y="5145"/>
                  </a:cubicBezTo>
                  <a:lnTo>
                    <a:pt x="6788" y="5145"/>
                  </a:lnTo>
                  <a:lnTo>
                    <a:pt x="6788" y="5168"/>
                  </a:lnTo>
                  <a:lnTo>
                    <a:pt x="6311" y="4383"/>
                  </a:lnTo>
                  <a:cubicBezTo>
                    <a:pt x="6264" y="4335"/>
                    <a:pt x="6216" y="4311"/>
                    <a:pt x="6145" y="4311"/>
                  </a:cubicBezTo>
                  <a:cubicBezTo>
                    <a:pt x="6097" y="4311"/>
                    <a:pt x="6049" y="4335"/>
                    <a:pt x="6002" y="4383"/>
                  </a:cubicBezTo>
                  <a:lnTo>
                    <a:pt x="5335" y="5645"/>
                  </a:lnTo>
                  <a:lnTo>
                    <a:pt x="4787" y="4549"/>
                  </a:lnTo>
                  <a:cubicBezTo>
                    <a:pt x="4763" y="4478"/>
                    <a:pt x="4692" y="4454"/>
                    <a:pt x="4644" y="4454"/>
                  </a:cubicBezTo>
                  <a:cubicBezTo>
                    <a:pt x="4573" y="4454"/>
                    <a:pt x="4525" y="4478"/>
                    <a:pt x="4502" y="4549"/>
                  </a:cubicBezTo>
                  <a:lnTo>
                    <a:pt x="4192" y="5145"/>
                  </a:lnTo>
                  <a:lnTo>
                    <a:pt x="3549" y="5145"/>
                  </a:lnTo>
                  <a:cubicBezTo>
                    <a:pt x="3358" y="4787"/>
                    <a:pt x="3454" y="4335"/>
                    <a:pt x="3787" y="4097"/>
                  </a:cubicBezTo>
                  <a:cubicBezTo>
                    <a:pt x="3925" y="3991"/>
                    <a:pt x="4091" y="3937"/>
                    <a:pt x="4261" y="3937"/>
                  </a:cubicBezTo>
                  <a:cubicBezTo>
                    <a:pt x="4471" y="3937"/>
                    <a:pt x="4687" y="4020"/>
                    <a:pt x="4859" y="4192"/>
                  </a:cubicBezTo>
                  <a:lnTo>
                    <a:pt x="5240" y="4525"/>
                  </a:lnTo>
                  <a:cubicBezTo>
                    <a:pt x="5264" y="4549"/>
                    <a:pt x="5305" y="4561"/>
                    <a:pt x="5350" y="4561"/>
                  </a:cubicBezTo>
                  <a:cubicBezTo>
                    <a:pt x="5395" y="4561"/>
                    <a:pt x="5442" y="4549"/>
                    <a:pt x="5478" y="4525"/>
                  </a:cubicBezTo>
                  <a:lnTo>
                    <a:pt x="5859" y="4192"/>
                  </a:lnTo>
                  <a:cubicBezTo>
                    <a:pt x="6017" y="4020"/>
                    <a:pt x="6227" y="3937"/>
                    <a:pt x="6439" y="3937"/>
                  </a:cubicBezTo>
                  <a:close/>
                  <a:moveTo>
                    <a:pt x="6121" y="4811"/>
                  </a:moveTo>
                  <a:lnTo>
                    <a:pt x="6478" y="5407"/>
                  </a:lnTo>
                  <a:cubicBezTo>
                    <a:pt x="6526" y="5478"/>
                    <a:pt x="6573" y="5502"/>
                    <a:pt x="6645" y="5502"/>
                  </a:cubicBezTo>
                  <a:lnTo>
                    <a:pt x="6812" y="5502"/>
                  </a:lnTo>
                  <a:lnTo>
                    <a:pt x="5287" y="6978"/>
                  </a:lnTo>
                  <a:lnTo>
                    <a:pt x="3763" y="5502"/>
                  </a:lnTo>
                  <a:lnTo>
                    <a:pt x="4263" y="5502"/>
                  </a:lnTo>
                  <a:cubicBezTo>
                    <a:pt x="4311" y="5502"/>
                    <a:pt x="4359" y="5478"/>
                    <a:pt x="4406" y="5407"/>
                  </a:cubicBezTo>
                  <a:lnTo>
                    <a:pt x="4573" y="5026"/>
                  </a:lnTo>
                  <a:lnTo>
                    <a:pt x="5121" y="6097"/>
                  </a:lnTo>
                  <a:cubicBezTo>
                    <a:pt x="5145" y="6145"/>
                    <a:pt x="5192" y="6192"/>
                    <a:pt x="5264" y="6192"/>
                  </a:cubicBezTo>
                  <a:cubicBezTo>
                    <a:pt x="5335" y="6192"/>
                    <a:pt x="5383" y="6145"/>
                    <a:pt x="5406" y="6097"/>
                  </a:cubicBezTo>
                  <a:lnTo>
                    <a:pt x="6121" y="4811"/>
                  </a:lnTo>
                  <a:close/>
                  <a:moveTo>
                    <a:pt x="7883" y="5526"/>
                  </a:moveTo>
                  <a:lnTo>
                    <a:pt x="7883" y="10074"/>
                  </a:lnTo>
                  <a:cubicBezTo>
                    <a:pt x="7883" y="10241"/>
                    <a:pt x="7764" y="10336"/>
                    <a:pt x="7621" y="10336"/>
                  </a:cubicBezTo>
                  <a:lnTo>
                    <a:pt x="2977" y="10336"/>
                  </a:lnTo>
                  <a:cubicBezTo>
                    <a:pt x="2835" y="10336"/>
                    <a:pt x="2715" y="10241"/>
                    <a:pt x="2715" y="10074"/>
                  </a:cubicBezTo>
                  <a:lnTo>
                    <a:pt x="2715" y="5526"/>
                  </a:lnTo>
                  <a:lnTo>
                    <a:pt x="3311" y="5526"/>
                  </a:lnTo>
                  <a:lnTo>
                    <a:pt x="3382" y="5621"/>
                  </a:lnTo>
                  <a:lnTo>
                    <a:pt x="5168" y="7359"/>
                  </a:lnTo>
                  <a:cubicBezTo>
                    <a:pt x="5204" y="7395"/>
                    <a:pt x="5252" y="7413"/>
                    <a:pt x="5296" y="7413"/>
                  </a:cubicBezTo>
                  <a:cubicBezTo>
                    <a:pt x="5341" y="7413"/>
                    <a:pt x="5383" y="7395"/>
                    <a:pt x="5406" y="7359"/>
                  </a:cubicBezTo>
                  <a:lnTo>
                    <a:pt x="7193" y="5621"/>
                  </a:lnTo>
                  <a:lnTo>
                    <a:pt x="7288" y="5526"/>
                  </a:lnTo>
                  <a:close/>
                  <a:moveTo>
                    <a:pt x="3001" y="1"/>
                  </a:moveTo>
                  <a:cubicBezTo>
                    <a:pt x="2668" y="1"/>
                    <a:pt x="2406" y="263"/>
                    <a:pt x="2406" y="596"/>
                  </a:cubicBezTo>
                  <a:lnTo>
                    <a:pt x="2406" y="5145"/>
                  </a:lnTo>
                  <a:lnTo>
                    <a:pt x="167" y="5145"/>
                  </a:lnTo>
                  <a:cubicBezTo>
                    <a:pt x="72" y="5145"/>
                    <a:pt x="1" y="5240"/>
                    <a:pt x="1" y="5311"/>
                  </a:cubicBezTo>
                  <a:cubicBezTo>
                    <a:pt x="1" y="5407"/>
                    <a:pt x="72" y="5502"/>
                    <a:pt x="167" y="5502"/>
                  </a:cubicBezTo>
                  <a:lnTo>
                    <a:pt x="2406" y="5502"/>
                  </a:lnTo>
                  <a:lnTo>
                    <a:pt x="2406" y="10050"/>
                  </a:lnTo>
                  <a:cubicBezTo>
                    <a:pt x="2406" y="10384"/>
                    <a:pt x="2668" y="10646"/>
                    <a:pt x="3001" y="10646"/>
                  </a:cubicBezTo>
                  <a:lnTo>
                    <a:pt x="7645" y="10646"/>
                  </a:lnTo>
                  <a:cubicBezTo>
                    <a:pt x="7978" y="10646"/>
                    <a:pt x="8240" y="10384"/>
                    <a:pt x="8240" y="10050"/>
                  </a:cubicBezTo>
                  <a:lnTo>
                    <a:pt x="8240" y="5502"/>
                  </a:lnTo>
                  <a:lnTo>
                    <a:pt x="10479" y="5502"/>
                  </a:lnTo>
                  <a:cubicBezTo>
                    <a:pt x="10550" y="5502"/>
                    <a:pt x="10646" y="5407"/>
                    <a:pt x="10646" y="5311"/>
                  </a:cubicBezTo>
                  <a:cubicBezTo>
                    <a:pt x="10646" y="5240"/>
                    <a:pt x="10574" y="5168"/>
                    <a:pt x="10479" y="5168"/>
                  </a:cubicBezTo>
                  <a:lnTo>
                    <a:pt x="8240" y="5168"/>
                  </a:lnTo>
                  <a:lnTo>
                    <a:pt x="8240" y="596"/>
                  </a:lnTo>
                  <a:cubicBezTo>
                    <a:pt x="8240" y="263"/>
                    <a:pt x="7978" y="1"/>
                    <a:pt x="76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sp>
        <p:nvSpPr>
          <p:cNvPr id="1341" name="Google Shape;1341;p30"/>
          <p:cNvSpPr txBox="1"/>
          <p:nvPr/>
        </p:nvSpPr>
        <p:spPr>
          <a:xfrm>
            <a:off x="1130939" y="1772750"/>
            <a:ext cx="1410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Poppins SemiBold"/>
                <a:ea typeface="Poppins SemiBold"/>
                <a:cs typeface="Poppins SemiBold"/>
                <a:sym typeface="Poppins SemiBold"/>
              </a:rPr>
              <a:t>1</a:t>
            </a:r>
            <a:endParaRPr sz="2000">
              <a:solidFill>
                <a:schemeClr val="dk1"/>
              </a:solidFill>
              <a:latin typeface="Poppins SemiBold"/>
              <a:ea typeface="Poppins SemiBold"/>
              <a:cs typeface="Poppins SemiBold"/>
              <a:sym typeface="Poppins SemiBold"/>
            </a:endParaRPr>
          </a:p>
        </p:txBody>
      </p:sp>
      <p:sp>
        <p:nvSpPr>
          <p:cNvPr id="1342" name="Google Shape;1342;p30"/>
          <p:cNvSpPr txBox="1"/>
          <p:nvPr/>
        </p:nvSpPr>
        <p:spPr>
          <a:xfrm>
            <a:off x="925588" y="2300486"/>
            <a:ext cx="1821000" cy="62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1300">
                <a:solidFill>
                  <a:schemeClr val="dk2"/>
                </a:solidFill>
                <a:latin typeface="Mulish Medium"/>
                <a:ea typeface="Mulish Medium"/>
                <a:cs typeface="Mulish Medium"/>
                <a:sym typeface="Mulish Medium"/>
              </a:rPr>
              <a:t>A task generator produces synthetic (context, question, answer) tuples.</a:t>
            </a:r>
            <a:endParaRPr sz="1300">
              <a:solidFill>
                <a:schemeClr val="dk2"/>
              </a:solidFill>
              <a:latin typeface="Mulish Medium"/>
              <a:ea typeface="Mulish Medium"/>
              <a:cs typeface="Mulish Medium"/>
              <a:sym typeface="Mulish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31"/>
          <p:cNvSpPr txBox="1"/>
          <p:nvPr>
            <p:ph type="title"/>
          </p:nvPr>
        </p:nvSpPr>
        <p:spPr>
          <a:xfrm>
            <a:off x="720000" y="9922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Task Types</a:t>
            </a:r>
            <a:endParaRPr/>
          </a:p>
        </p:txBody>
      </p:sp>
      <p:sp>
        <p:nvSpPr>
          <p:cNvPr id="1348" name="Google Shape;1348;p31"/>
          <p:cNvSpPr txBox="1"/>
          <p:nvPr>
            <p:ph idx="1" type="body"/>
          </p:nvPr>
        </p:nvSpPr>
        <p:spPr>
          <a:xfrm>
            <a:off x="720000" y="1798625"/>
            <a:ext cx="6943200" cy="2265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We evaluate the system on three structured task families.</a:t>
            </a:r>
            <a:endParaRPr/>
          </a:p>
          <a:p>
            <a:pPr indent="-317500" lvl="0" marL="457200" rtl="0" algn="l">
              <a:lnSpc>
                <a:spcPct val="115000"/>
              </a:lnSpc>
              <a:spcBef>
                <a:spcPts val="1200"/>
              </a:spcBef>
              <a:spcAft>
                <a:spcPts val="0"/>
              </a:spcAft>
              <a:buSzPts val="1400"/>
              <a:buChar char="●"/>
            </a:pPr>
            <a:r>
              <a:rPr lang="en"/>
              <a:t>Needle-in-Haystack requires finding a hidden piece of information</a:t>
            </a:r>
            <a:endParaRPr/>
          </a:p>
          <a:p>
            <a:pPr indent="-311150" lvl="0" marL="457200" rtl="0" algn="l">
              <a:lnSpc>
                <a:spcPct val="115000"/>
              </a:lnSpc>
              <a:spcBef>
                <a:spcPts val="0"/>
              </a:spcBef>
              <a:spcAft>
                <a:spcPts val="0"/>
              </a:spcAft>
              <a:buSzPts val="1300"/>
              <a:buChar char="●"/>
            </a:pPr>
            <a:r>
              <a:rPr lang="en" sz="1300"/>
              <a:t>KV Extraction requires filtering structured logs and extracting a key-value pair.</a:t>
            </a:r>
            <a:endParaRPr sz="1300"/>
          </a:p>
          <a:p>
            <a:pPr indent="-317500" lvl="0" marL="457200" rtl="0" algn="l">
              <a:lnSpc>
                <a:spcPct val="115000"/>
              </a:lnSpc>
              <a:spcBef>
                <a:spcPts val="0"/>
              </a:spcBef>
              <a:spcAft>
                <a:spcPts val="0"/>
              </a:spcAft>
              <a:buSzPts val="1400"/>
              <a:buChar char="●"/>
            </a:pPr>
            <a:r>
              <a:rPr lang="en"/>
              <a:t>Aggregation requires finding multiple metrics and summing their values.</a:t>
            </a:r>
            <a:endParaRPr/>
          </a:p>
          <a:p>
            <a:pPr indent="0" lvl="0" marL="0" rtl="0" algn="l">
              <a:lnSpc>
                <a:spcPct val="115000"/>
              </a:lnSpc>
              <a:spcBef>
                <a:spcPts val="1200"/>
              </a:spcBef>
              <a:spcAft>
                <a:spcPts val="0"/>
              </a:spcAft>
              <a:buNone/>
            </a:pPr>
            <a:r>
              <a:rPr lang="en"/>
              <a:t>All tasks are synthetically generated with known ground-truth answers.</a:t>
            </a:r>
            <a:endParaRPr/>
          </a:p>
          <a:p>
            <a:pPr indent="0" lvl="0" marL="0" rtl="0" algn="l">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32"/>
          <p:cNvSpPr txBox="1"/>
          <p:nvPr>
            <p:ph type="title"/>
          </p:nvPr>
        </p:nvSpPr>
        <p:spPr>
          <a:xfrm>
            <a:off x="720000" y="9922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Training Pipeline</a:t>
            </a:r>
            <a:endParaRPr/>
          </a:p>
        </p:txBody>
      </p:sp>
      <p:sp>
        <p:nvSpPr>
          <p:cNvPr id="1354" name="Google Shape;1354;p32"/>
          <p:cNvSpPr txBox="1"/>
          <p:nvPr>
            <p:ph idx="1" type="body"/>
          </p:nvPr>
        </p:nvSpPr>
        <p:spPr>
          <a:xfrm>
            <a:off x="720000" y="1634900"/>
            <a:ext cx="6943200" cy="22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 occurs in two phases.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W</a:t>
            </a:r>
            <a:r>
              <a:rPr lang="en"/>
              <a:t>e perform Behavior Cloning using 500 expert trajectories generated by the heuristic agent.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fine-tune Qwen2.5-Coder-1.5B with LoRA adapters for three epochs.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W</a:t>
            </a:r>
            <a:r>
              <a:rPr lang="en"/>
              <a:t>e apply REINFORCE.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generates code, the sandbox executes it, and reward is computed.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Policy gradients update the model toward higher-reward trajectories.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pic>
        <p:nvPicPr>
          <p:cNvPr id="1359" name="Google Shape;1359;p33" title="image-removebg-preview (4).png"/>
          <p:cNvPicPr preferRelativeResize="0"/>
          <p:nvPr/>
        </p:nvPicPr>
        <p:blipFill>
          <a:blip r:embed="rId3">
            <a:alphaModFix/>
          </a:blip>
          <a:stretch>
            <a:fillRect/>
          </a:stretch>
        </p:blipFill>
        <p:spPr>
          <a:xfrm>
            <a:off x="-561485" y="370970"/>
            <a:ext cx="9488626" cy="3654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pic>
        <p:nvPicPr>
          <p:cNvPr id="1364" name="Google Shape;1364;p34" title="image-removebg-preview (5).png"/>
          <p:cNvPicPr preferRelativeResize="0"/>
          <p:nvPr/>
        </p:nvPicPr>
        <p:blipFill>
          <a:blip r:embed="rId3">
            <a:alphaModFix/>
          </a:blip>
          <a:stretch>
            <a:fillRect/>
          </a:stretch>
        </p:blipFill>
        <p:spPr>
          <a:xfrm>
            <a:off x="-190510" y="514689"/>
            <a:ext cx="7778724" cy="4294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pic>
        <p:nvPicPr>
          <p:cNvPr id="1369" name="Google Shape;1369;p35" title="image-removebg-preview (6).png"/>
          <p:cNvPicPr preferRelativeResize="0"/>
          <p:nvPr/>
        </p:nvPicPr>
        <p:blipFill>
          <a:blip r:embed="rId3">
            <a:alphaModFix/>
          </a:blip>
          <a:stretch>
            <a:fillRect/>
          </a:stretch>
        </p:blipFill>
        <p:spPr>
          <a:xfrm>
            <a:off x="-213571" y="361316"/>
            <a:ext cx="8274850" cy="428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pic>
        <p:nvPicPr>
          <p:cNvPr id="1374" name="Google Shape;1374;p36" title="image-removebg-preview (7).png"/>
          <p:cNvPicPr preferRelativeResize="0"/>
          <p:nvPr/>
        </p:nvPicPr>
        <p:blipFill>
          <a:blip r:embed="rId3">
            <a:alphaModFix/>
          </a:blip>
          <a:stretch>
            <a:fillRect/>
          </a:stretch>
        </p:blipFill>
        <p:spPr>
          <a:xfrm>
            <a:off x="-530950" y="119450"/>
            <a:ext cx="9202626" cy="3442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pic>
        <p:nvPicPr>
          <p:cNvPr id="1379" name="Google Shape;1379;p37" title="image-removebg-preview (9).png"/>
          <p:cNvPicPr preferRelativeResize="0"/>
          <p:nvPr/>
        </p:nvPicPr>
        <p:blipFill>
          <a:blip r:embed="rId3">
            <a:alphaModFix/>
          </a:blip>
          <a:stretch>
            <a:fillRect/>
          </a:stretch>
        </p:blipFill>
        <p:spPr>
          <a:xfrm>
            <a:off x="-14942" y="438315"/>
            <a:ext cx="8290926" cy="430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38"/>
          <p:cNvSpPr txBox="1"/>
          <p:nvPr>
            <p:ph type="title"/>
          </p:nvPr>
        </p:nvSpPr>
        <p:spPr>
          <a:xfrm>
            <a:off x="720000" y="9922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Initial Results and Analysis</a:t>
            </a:r>
            <a:endParaRPr/>
          </a:p>
        </p:txBody>
      </p:sp>
      <p:sp>
        <p:nvSpPr>
          <p:cNvPr id="1385" name="Google Shape;1385;p38"/>
          <p:cNvSpPr txBox="1"/>
          <p:nvPr>
            <p:ph idx="1" type="body"/>
          </p:nvPr>
        </p:nvSpPr>
        <p:spPr>
          <a:xfrm>
            <a:off x="720000" y="1634900"/>
            <a:ext cx="6943200" cy="22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trained local LLM (Qwen 1.5B, Behavior Cloning + RL) achieves:</a:t>
            </a:r>
            <a:endParaRPr/>
          </a:p>
          <a:p>
            <a:pPr indent="-317500" lvl="0" marL="457200" rtl="0" algn="l">
              <a:spcBef>
                <a:spcPts val="0"/>
              </a:spcBef>
              <a:spcAft>
                <a:spcPts val="0"/>
              </a:spcAft>
              <a:buSzPts val="1400"/>
              <a:buChar char="●"/>
            </a:pPr>
            <a:r>
              <a:rPr lang="en"/>
              <a:t>Needle-in-Haystack: 100% accuracy.</a:t>
            </a:r>
            <a:endParaRPr/>
          </a:p>
          <a:p>
            <a:pPr indent="-317500" lvl="0" marL="457200" rtl="0" algn="l">
              <a:spcBef>
                <a:spcPts val="0"/>
              </a:spcBef>
              <a:spcAft>
                <a:spcPts val="0"/>
              </a:spcAft>
              <a:buSzPts val="1400"/>
              <a:buChar char="●"/>
            </a:pPr>
            <a:r>
              <a:rPr lang="en"/>
              <a:t>KV Extraction: 90% accuracy.</a:t>
            </a:r>
            <a:endParaRPr/>
          </a:p>
          <a:p>
            <a:pPr indent="-317500" lvl="0" marL="457200" rtl="0" algn="l">
              <a:spcBef>
                <a:spcPts val="0"/>
              </a:spcBef>
              <a:spcAft>
                <a:spcPts val="0"/>
              </a:spcAft>
              <a:buSzPts val="1400"/>
              <a:buChar char="●"/>
            </a:pPr>
            <a:r>
              <a:rPr lang="en"/>
              <a:t>Aggregation: 50%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heuristic baseline achieves 100% across all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expected, the LLM performs better in single to low step tasks.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39"/>
          <p:cNvSpPr txBox="1"/>
          <p:nvPr/>
        </p:nvSpPr>
        <p:spPr>
          <a:xfrm>
            <a:off x="567825" y="1189650"/>
            <a:ext cx="7856100" cy="3375600"/>
          </a:xfrm>
          <a:prstGeom prst="rect">
            <a:avLst/>
          </a:prstGeom>
          <a:noFill/>
          <a:ln>
            <a:noFill/>
          </a:ln>
        </p:spPr>
        <p:txBody>
          <a:bodyPr anchorCtr="0" anchor="t" bIns="91425" lIns="91425" spcFirstLastPara="1" rIns="0" wrap="square" tIns="91425">
            <a:noAutofit/>
          </a:bodyPr>
          <a:lstStyle/>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Aggregation accuracy (50%) needs improvement</a:t>
            </a:r>
            <a:endParaRPr sz="1600">
              <a:solidFill>
                <a:schemeClr val="dk2"/>
              </a:solidFill>
              <a:latin typeface="Mulish Medium"/>
              <a:ea typeface="Mulish Medium"/>
              <a:cs typeface="Mulish Medium"/>
              <a:sym typeface="Mulish Medium"/>
            </a:endParaRPr>
          </a:p>
          <a:p>
            <a:pPr indent="-317500" lvl="1" marL="914400" rtl="0" algn="l">
              <a:spcBef>
                <a:spcPts val="1000"/>
              </a:spcBef>
              <a:spcAft>
                <a:spcPts val="0"/>
              </a:spcAft>
              <a:buClr>
                <a:schemeClr val="dk2"/>
              </a:buClr>
              <a:buSzPts val="1400"/>
              <a:buFont typeface="Mulish Medium"/>
              <a:buChar char="-"/>
            </a:pPr>
            <a:r>
              <a:rPr lang="en">
                <a:solidFill>
                  <a:schemeClr val="dk2"/>
                </a:solidFill>
                <a:latin typeface="Mulish Medium"/>
                <a:ea typeface="Mulish Medium"/>
                <a:cs typeface="Mulish Medium"/>
                <a:sym typeface="Mulish Medium"/>
              </a:rPr>
              <a:t>Model struggles with multi-step reasoning: find multiple keys → sum values → return result</a:t>
            </a:r>
            <a:endParaRPr>
              <a:solidFill>
                <a:schemeClr val="dk2"/>
              </a:solidFill>
              <a:latin typeface="Mulish Medium"/>
              <a:ea typeface="Mulish Medium"/>
              <a:cs typeface="Mulish Medium"/>
              <a:sym typeface="Mulish Medium"/>
            </a:endParaRPr>
          </a:p>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Small model (1.5B) limits code generation quality</a:t>
            </a:r>
            <a:endParaRPr sz="1600">
              <a:solidFill>
                <a:schemeClr val="dk2"/>
              </a:solidFill>
              <a:latin typeface="Mulish Medium"/>
              <a:ea typeface="Mulish Medium"/>
              <a:cs typeface="Mulish Medium"/>
              <a:sym typeface="Mulish Medium"/>
            </a:endParaRPr>
          </a:p>
          <a:p>
            <a:pPr indent="-317500" lvl="1" marL="914400" rtl="0" algn="l">
              <a:spcBef>
                <a:spcPts val="1000"/>
              </a:spcBef>
              <a:spcAft>
                <a:spcPts val="0"/>
              </a:spcAft>
              <a:buClr>
                <a:schemeClr val="dk2"/>
              </a:buClr>
              <a:buSzPts val="1400"/>
              <a:buFont typeface="Mulish Medium"/>
              <a:buChar char="-"/>
            </a:pPr>
            <a:r>
              <a:rPr lang="en">
                <a:solidFill>
                  <a:schemeClr val="dk2"/>
                </a:solidFill>
                <a:latin typeface="Mulish Medium"/>
                <a:ea typeface="Mulish Medium"/>
                <a:cs typeface="Mulish Medium"/>
                <a:sym typeface="Mulish Medium"/>
              </a:rPr>
              <a:t>Chosen for training speed and compute cost, but reduces capability vs larger models</a:t>
            </a:r>
            <a:endParaRPr>
              <a:solidFill>
                <a:schemeClr val="dk2"/>
              </a:solidFill>
              <a:latin typeface="Mulish Medium"/>
              <a:ea typeface="Mulish Medium"/>
              <a:cs typeface="Mulish Medium"/>
              <a:sym typeface="Mulish Medium"/>
            </a:endParaRPr>
          </a:p>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Only 3 synthetic task types, </a:t>
            </a:r>
            <a:r>
              <a:rPr lang="en" sz="1600">
                <a:solidFill>
                  <a:schemeClr val="dk2"/>
                </a:solidFill>
                <a:latin typeface="Mulish Medium"/>
                <a:ea typeface="Mulish Medium"/>
                <a:cs typeface="Mulish Medium"/>
                <a:sym typeface="Mulish Medium"/>
              </a:rPr>
              <a:t>no real-world data</a:t>
            </a:r>
            <a:endParaRPr sz="1600">
              <a:solidFill>
                <a:schemeClr val="dk2"/>
              </a:solidFill>
              <a:latin typeface="Mulish Medium"/>
              <a:ea typeface="Mulish Medium"/>
              <a:cs typeface="Mulish Medium"/>
              <a:sym typeface="Mulish Medium"/>
            </a:endParaRPr>
          </a:p>
          <a:p>
            <a:pPr indent="-330200" lvl="0" marL="457200" rtl="0" algn="l">
              <a:spcBef>
                <a:spcPts val="1000"/>
              </a:spcBef>
              <a:spcAft>
                <a:spcPts val="1000"/>
              </a:spcAft>
              <a:buClr>
                <a:schemeClr val="dk2"/>
              </a:buClr>
              <a:buSzPts val="1600"/>
              <a:buFont typeface="Mulish Medium"/>
              <a:buChar char="-"/>
            </a:pPr>
            <a:r>
              <a:rPr lang="en" sz="1600">
                <a:solidFill>
                  <a:schemeClr val="dk2"/>
                </a:solidFill>
                <a:latin typeface="Mulish Medium"/>
                <a:ea typeface="Mulish Medium"/>
                <a:cs typeface="Mulish Medium"/>
                <a:sym typeface="Mulish Medium"/>
              </a:rPr>
              <a:t>Only trained for ~ 30 epochs</a:t>
            </a:r>
            <a:endParaRPr>
              <a:solidFill>
                <a:schemeClr val="dk2"/>
              </a:solidFill>
              <a:latin typeface="Mulish Medium"/>
              <a:ea typeface="Mulish Medium"/>
              <a:cs typeface="Mulish Medium"/>
              <a:sym typeface="Mulish Medium"/>
            </a:endParaRPr>
          </a:p>
        </p:txBody>
      </p:sp>
      <p:sp>
        <p:nvSpPr>
          <p:cNvPr id="1391" name="Google Shape;1391;p39"/>
          <p:cNvSpPr txBox="1"/>
          <p:nvPr>
            <p:ph type="title"/>
          </p:nvPr>
        </p:nvSpPr>
        <p:spPr>
          <a:xfrm>
            <a:off x="720000" y="535000"/>
            <a:ext cx="77040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Limitations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40"/>
          <p:cNvSpPr txBox="1"/>
          <p:nvPr/>
        </p:nvSpPr>
        <p:spPr>
          <a:xfrm>
            <a:off x="567825" y="1189650"/>
            <a:ext cx="7856100" cy="3375600"/>
          </a:xfrm>
          <a:prstGeom prst="rect">
            <a:avLst/>
          </a:prstGeom>
          <a:noFill/>
          <a:ln>
            <a:noFill/>
          </a:ln>
        </p:spPr>
        <p:txBody>
          <a:bodyPr anchorCtr="0" anchor="t" bIns="91425" lIns="91425" spcFirstLastPara="1" rIns="0" wrap="square" tIns="91425">
            <a:noAutofit/>
          </a:bodyPr>
          <a:lstStyle/>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Reward-weighted policy gradient (PPO)</a:t>
            </a:r>
            <a:endParaRPr sz="1600">
              <a:solidFill>
                <a:schemeClr val="dk2"/>
              </a:solidFill>
              <a:latin typeface="Mulish Medium"/>
              <a:ea typeface="Mulish Medium"/>
              <a:cs typeface="Mulish Medium"/>
              <a:sym typeface="Mulish Medium"/>
            </a:endParaRPr>
          </a:p>
          <a:p>
            <a:pPr indent="-317500" lvl="1" marL="914400" rtl="0" algn="l">
              <a:spcBef>
                <a:spcPts val="1000"/>
              </a:spcBef>
              <a:spcAft>
                <a:spcPts val="0"/>
              </a:spcAft>
              <a:buClr>
                <a:schemeClr val="dk2"/>
              </a:buClr>
              <a:buSzPts val="1400"/>
              <a:buFont typeface="Mulish Medium"/>
              <a:buChar char="-"/>
            </a:pPr>
            <a:r>
              <a:rPr lang="en">
                <a:solidFill>
                  <a:schemeClr val="dk2"/>
                </a:solidFill>
                <a:latin typeface="Mulish Medium"/>
                <a:ea typeface="Mulish Medium"/>
                <a:cs typeface="Mulish Medium"/>
                <a:sym typeface="Mulish Medium"/>
              </a:rPr>
              <a:t>Implement clipped objective for more stable policy updates and faster convergence</a:t>
            </a:r>
            <a:endParaRPr>
              <a:solidFill>
                <a:schemeClr val="dk2"/>
              </a:solidFill>
              <a:latin typeface="Mulish Medium"/>
              <a:ea typeface="Mulish Medium"/>
              <a:cs typeface="Mulish Medium"/>
              <a:sym typeface="Mulish Medium"/>
            </a:endParaRPr>
          </a:p>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New tasks: multi-condition filtering, code search</a:t>
            </a:r>
            <a:endParaRPr sz="1600">
              <a:solidFill>
                <a:schemeClr val="dk2"/>
              </a:solidFill>
              <a:latin typeface="Mulish Medium"/>
              <a:ea typeface="Mulish Medium"/>
              <a:cs typeface="Mulish Medium"/>
              <a:sym typeface="Mulish Medium"/>
            </a:endParaRPr>
          </a:p>
          <a:p>
            <a:pPr indent="-336550" lvl="0" marL="457200" rtl="0" algn="l">
              <a:spcBef>
                <a:spcPts val="1000"/>
              </a:spcBef>
              <a:spcAft>
                <a:spcPts val="0"/>
              </a:spcAft>
              <a:buClr>
                <a:srgbClr val="3C4043"/>
              </a:buClr>
              <a:buSzPts val="1700"/>
              <a:buFont typeface="Arimo"/>
              <a:buChar char="-"/>
            </a:pPr>
            <a:r>
              <a:rPr lang="en" sz="1600">
                <a:solidFill>
                  <a:schemeClr val="dk2"/>
                </a:solidFill>
                <a:latin typeface="Mulish Medium"/>
                <a:ea typeface="Mulish Medium"/>
                <a:cs typeface="Mulish Medium"/>
                <a:sym typeface="Mulish Medium"/>
              </a:rPr>
              <a:t>Compare trained model vs long-context baseline</a:t>
            </a:r>
            <a:endParaRPr sz="1600">
              <a:solidFill>
                <a:schemeClr val="dk2"/>
              </a:solidFill>
              <a:latin typeface="Mulish Medium"/>
              <a:ea typeface="Mulish Medium"/>
              <a:cs typeface="Mulish Medium"/>
              <a:sym typeface="Mulish Medium"/>
            </a:endParaRPr>
          </a:p>
          <a:p>
            <a:pPr indent="-317500" lvl="1" marL="914400" rtl="0" algn="l">
              <a:spcBef>
                <a:spcPts val="1000"/>
              </a:spcBef>
              <a:spcAft>
                <a:spcPts val="0"/>
              </a:spcAft>
              <a:buClr>
                <a:schemeClr val="dk2"/>
              </a:buClr>
              <a:buSzPts val="1400"/>
              <a:buFont typeface="Mulish Medium"/>
              <a:buChar char="-"/>
            </a:pPr>
            <a:r>
              <a:rPr lang="en">
                <a:solidFill>
                  <a:schemeClr val="dk2"/>
                </a:solidFill>
                <a:latin typeface="Mulish Medium"/>
                <a:ea typeface="Mulish Medium"/>
                <a:cs typeface="Mulish Medium"/>
                <a:sym typeface="Mulish Medium"/>
              </a:rPr>
              <a:t>Benchmark against GPT/Gemini/C</a:t>
            </a:r>
            <a:r>
              <a:rPr lang="en">
                <a:solidFill>
                  <a:schemeClr val="dk2"/>
                </a:solidFill>
                <a:latin typeface="Mulish Medium"/>
                <a:ea typeface="Mulish Medium"/>
                <a:cs typeface="Mulish Medium"/>
                <a:sym typeface="Mulish Medium"/>
              </a:rPr>
              <a:t>l</a:t>
            </a:r>
            <a:r>
              <a:rPr lang="en">
                <a:solidFill>
                  <a:schemeClr val="dk2"/>
                </a:solidFill>
                <a:latin typeface="Mulish Medium"/>
                <a:ea typeface="Mulish Medium"/>
                <a:cs typeface="Mulish Medium"/>
                <a:sym typeface="Mulish Medium"/>
              </a:rPr>
              <a:t>aude with full context; measure accuracy, token usage, and cost efficiency</a:t>
            </a:r>
            <a:endParaRPr>
              <a:solidFill>
                <a:schemeClr val="dk2"/>
              </a:solidFill>
              <a:latin typeface="Mulish Medium"/>
              <a:ea typeface="Mulish Medium"/>
              <a:cs typeface="Mulish Medium"/>
              <a:sym typeface="Mulish Medium"/>
            </a:endParaRPr>
          </a:p>
          <a:p>
            <a:pPr indent="-317500" lvl="0" marL="457200" rtl="0" algn="l">
              <a:spcBef>
                <a:spcPts val="1000"/>
              </a:spcBef>
              <a:spcAft>
                <a:spcPts val="1000"/>
              </a:spcAft>
              <a:buClr>
                <a:schemeClr val="dk2"/>
              </a:buClr>
              <a:buSzPts val="1400"/>
              <a:buFont typeface="Mulish Medium"/>
              <a:buChar char="-"/>
            </a:pPr>
            <a:r>
              <a:rPr lang="en" sz="1600">
                <a:solidFill>
                  <a:schemeClr val="dk2"/>
                </a:solidFill>
                <a:latin typeface="Mulish Medium"/>
                <a:ea typeface="Mulish Medium"/>
                <a:cs typeface="Mulish Medium"/>
                <a:sym typeface="Mulish Medium"/>
              </a:rPr>
              <a:t>Train longer + measure saturation (30 → 100+ epochs, staged)</a:t>
            </a:r>
            <a:endParaRPr sz="1600">
              <a:solidFill>
                <a:schemeClr val="dk2"/>
              </a:solidFill>
              <a:latin typeface="Mulish Medium"/>
              <a:ea typeface="Mulish Medium"/>
              <a:cs typeface="Mulish Medium"/>
              <a:sym typeface="Mulish Medium"/>
            </a:endParaRPr>
          </a:p>
        </p:txBody>
      </p:sp>
      <p:sp>
        <p:nvSpPr>
          <p:cNvPr id="1397" name="Google Shape;1397;p40"/>
          <p:cNvSpPr txBox="1"/>
          <p:nvPr>
            <p:ph type="title"/>
          </p:nvPr>
        </p:nvSpPr>
        <p:spPr>
          <a:xfrm>
            <a:off x="720000" y="535000"/>
            <a:ext cx="77040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Next Steps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uter Science: User Interface Modernization by Slidesgo">
  <a:themeElements>
    <a:clrScheme name="Simple Light">
      <a:dk1>
        <a:srgbClr val="DEDFF5"/>
      </a:dk1>
      <a:lt1>
        <a:srgbClr val="C1C9E4"/>
      </a:lt1>
      <a:dk2>
        <a:srgbClr val="4D61A9"/>
      </a:dk2>
      <a:lt2>
        <a:srgbClr val="3A4383"/>
      </a:lt2>
      <a:accent1>
        <a:srgbClr val="231F40"/>
      </a:accent1>
      <a:accent2>
        <a:srgbClr val="F2F3FD"/>
      </a:accent2>
      <a:accent3>
        <a:srgbClr val="FBFCFF"/>
      </a:accent3>
      <a:accent4>
        <a:srgbClr val="FFFFFF"/>
      </a:accent4>
      <a:accent5>
        <a:srgbClr val="FFFFFF"/>
      </a:accent5>
      <a:accent6>
        <a:srgbClr val="FFFFFF"/>
      </a:accent6>
      <a:hlink>
        <a:srgbClr val="4D61A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